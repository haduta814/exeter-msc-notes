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5" r:id="rId1"/>
  </p:sldMasterIdLst>
  <p:notesMasterIdLst>
    <p:notesMasterId r:id="rId11"/>
  </p:notesMasterIdLst>
  <p:handoutMasterIdLst>
    <p:handoutMasterId r:id="rId12"/>
  </p:handoutMasterIdLst>
  <p:sldIdLst>
    <p:sldId id="261" r:id="rId2"/>
    <p:sldId id="835" r:id="rId3"/>
    <p:sldId id="405" r:id="rId4"/>
    <p:sldId id="347" r:id="rId5"/>
    <p:sldId id="836" r:id="rId6"/>
    <p:sldId id="837" r:id="rId7"/>
    <p:sldId id="839" r:id="rId8"/>
    <p:sldId id="838" r:id="rId9"/>
    <p:sldId id="841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47BC"/>
    <a:srgbClr val="3B47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79" autoAdjust="0"/>
    <p:restoredTop sz="95749" autoAdjust="0"/>
  </p:normalViewPr>
  <p:slideViewPr>
    <p:cSldViewPr snapToGrid="0">
      <p:cViewPr varScale="1">
        <p:scale>
          <a:sx n="171" d="100"/>
          <a:sy n="171" d="100"/>
        </p:scale>
        <p:origin x="168" y="4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90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an Dutta" userId="6a045102-d5c6-4b38-ba4e-a701cd0a99e3" providerId="ADAL" clId="{E80C0C89-01B2-A54E-94E8-563B4700AEC3}"/>
    <pc:docChg chg="undo custSel addSld delSld modSld sldOrd modMainMaster modNotesMaster">
      <pc:chgData name="Anjan Dutta" userId="6a045102-d5c6-4b38-ba4e-a701cd0a99e3" providerId="ADAL" clId="{E80C0C89-01B2-A54E-94E8-563B4700AEC3}" dt="2022-01-16T20:49:39.240" v="1883" actId="20577"/>
      <pc:docMkLst>
        <pc:docMk/>
      </pc:docMkLst>
      <pc:sldChg chg="modSp mod modNotes">
        <pc:chgData name="Anjan Dutta" userId="6a045102-d5c6-4b38-ba4e-a701cd0a99e3" providerId="ADAL" clId="{E80C0C89-01B2-A54E-94E8-563B4700AEC3}" dt="2022-01-16T18:43:38.894" v="734" actId="20577"/>
        <pc:sldMkLst>
          <pc:docMk/>
          <pc:sldMk cId="1100292815" sldId="261"/>
        </pc:sldMkLst>
        <pc:spChg chg="mod">
          <ac:chgData name="Anjan Dutta" userId="6a045102-d5c6-4b38-ba4e-a701cd0a99e3" providerId="ADAL" clId="{E80C0C89-01B2-A54E-94E8-563B4700AEC3}" dt="2022-01-16T18:43:38.894" v="734" actId="20577"/>
          <ac:spMkLst>
            <pc:docMk/>
            <pc:sldMk cId="1100292815" sldId="261"/>
            <ac:spMk id="2" creationId="{5EC12E72-DF68-4FB5-B308-4C752DDFA634}"/>
          </ac:spMkLst>
        </pc:spChg>
        <pc:spChg chg="mod">
          <ac:chgData name="Anjan Dutta" userId="6a045102-d5c6-4b38-ba4e-a701cd0a99e3" providerId="ADAL" clId="{E80C0C89-01B2-A54E-94E8-563B4700AEC3}" dt="2022-01-15T19:31:02.480" v="73" actId="2710"/>
          <ac:spMkLst>
            <pc:docMk/>
            <pc:sldMk cId="1100292815" sldId="261"/>
            <ac:spMk id="3" creationId="{B45A108D-EADA-455B-9755-26BAA1BFE243}"/>
          </ac:spMkLst>
        </pc:spChg>
      </pc:sldChg>
      <pc:sldChg chg="modSp mod ord modNotes">
        <pc:chgData name="Anjan Dutta" userId="6a045102-d5c6-4b38-ba4e-a701cd0a99e3" providerId="ADAL" clId="{E80C0C89-01B2-A54E-94E8-563B4700AEC3}" dt="2022-01-16T18:29:43.852" v="338" actId="14100"/>
        <pc:sldMkLst>
          <pc:docMk/>
          <pc:sldMk cId="1026118705" sldId="347"/>
        </pc:sldMkLst>
        <pc:spChg chg="mod">
          <ac:chgData name="Anjan Dutta" userId="6a045102-d5c6-4b38-ba4e-a701cd0a99e3" providerId="ADAL" clId="{E80C0C89-01B2-A54E-94E8-563B4700AEC3}" dt="2022-01-15T18:57:23.945" v="7" actId="27636"/>
          <ac:spMkLst>
            <pc:docMk/>
            <pc:sldMk cId="1026118705" sldId="347"/>
            <ac:spMk id="2" creationId="{89D21D92-7871-4A63-98E2-BFC4E257679F}"/>
          </ac:spMkLst>
        </pc:spChg>
        <pc:spChg chg="mod">
          <ac:chgData name="Anjan Dutta" userId="6a045102-d5c6-4b38-ba4e-a701cd0a99e3" providerId="ADAL" clId="{E80C0C89-01B2-A54E-94E8-563B4700AEC3}" dt="2022-01-16T18:29:43.852" v="338" actId="14100"/>
          <ac:spMkLst>
            <pc:docMk/>
            <pc:sldMk cId="1026118705" sldId="347"/>
            <ac:spMk id="3" creationId="{9D122E06-3B0E-434B-9A38-B8E8AD96B352}"/>
          </ac:spMkLst>
        </pc:spChg>
        <pc:spChg chg="mod">
          <ac:chgData name="Anjan Dutta" userId="6a045102-d5c6-4b38-ba4e-a701cd0a99e3" providerId="ADAL" clId="{E80C0C89-01B2-A54E-94E8-563B4700AEC3}" dt="2022-01-15T18:57:23.513" v="0"/>
          <ac:spMkLst>
            <pc:docMk/>
            <pc:sldMk cId="1026118705" sldId="347"/>
            <ac:spMk id="4" creationId="{F2337566-8782-2D4B-8487-DC089546C9BB}"/>
          </ac:spMkLst>
        </pc:spChg>
        <pc:picChg chg="mod">
          <ac:chgData name="Anjan Dutta" userId="6a045102-d5c6-4b38-ba4e-a701cd0a99e3" providerId="ADAL" clId="{E80C0C89-01B2-A54E-94E8-563B4700AEC3}" dt="2022-01-15T18:57:23.513" v="0"/>
          <ac:picMkLst>
            <pc:docMk/>
            <pc:sldMk cId="1026118705" sldId="347"/>
            <ac:picMk id="1026" creationId="{14AB8F42-2E5A-8248-A2C1-217D6638EA92}"/>
          </ac:picMkLst>
        </pc:picChg>
        <pc:picChg chg="mod">
          <ac:chgData name="Anjan Dutta" userId="6a045102-d5c6-4b38-ba4e-a701cd0a99e3" providerId="ADAL" clId="{E80C0C89-01B2-A54E-94E8-563B4700AEC3}" dt="2022-01-15T18:57:23.513" v="0"/>
          <ac:picMkLst>
            <pc:docMk/>
            <pc:sldMk cId="1026118705" sldId="347"/>
            <ac:picMk id="4100" creationId="{469A8FAD-C472-234B-A373-8F222649619D}"/>
          </ac:picMkLst>
        </pc:picChg>
        <pc:picChg chg="mod">
          <ac:chgData name="Anjan Dutta" userId="6a045102-d5c6-4b38-ba4e-a701cd0a99e3" providerId="ADAL" clId="{E80C0C89-01B2-A54E-94E8-563B4700AEC3}" dt="2022-01-16T18:29:30.202" v="335" actId="1076"/>
          <ac:picMkLst>
            <pc:docMk/>
            <pc:sldMk cId="1026118705" sldId="347"/>
            <ac:picMk id="4102" creationId="{C7746BCA-ABB1-C946-8F85-74DC7F256B2C}"/>
          </ac:picMkLst>
        </pc:picChg>
        <pc:picChg chg="mod">
          <ac:chgData name="Anjan Dutta" userId="6a045102-d5c6-4b38-ba4e-a701cd0a99e3" providerId="ADAL" clId="{E80C0C89-01B2-A54E-94E8-563B4700AEC3}" dt="2022-01-16T18:29:33.197" v="336" actId="1076"/>
          <ac:picMkLst>
            <pc:docMk/>
            <pc:sldMk cId="1026118705" sldId="347"/>
            <ac:picMk id="4104" creationId="{EF266CDF-3CB8-4046-991A-4ECBE179EC9E}"/>
          </ac:picMkLst>
        </pc:picChg>
        <pc:picChg chg="mod">
          <ac:chgData name="Anjan Dutta" userId="6a045102-d5c6-4b38-ba4e-a701cd0a99e3" providerId="ADAL" clId="{E80C0C89-01B2-A54E-94E8-563B4700AEC3}" dt="2022-01-16T18:29:26.657" v="334" actId="1076"/>
          <ac:picMkLst>
            <pc:docMk/>
            <pc:sldMk cId="1026118705" sldId="347"/>
            <ac:picMk id="4106" creationId="{437FAFC2-B20D-2245-9741-BADF4DE7EB70}"/>
          </ac:picMkLst>
        </pc:picChg>
      </pc:sldChg>
      <pc:sldChg chg="addSp delSp modSp mod ord modNotes">
        <pc:chgData name="Anjan Dutta" userId="6a045102-d5c6-4b38-ba4e-a701cd0a99e3" providerId="ADAL" clId="{E80C0C89-01B2-A54E-94E8-563B4700AEC3}" dt="2022-01-16T19:46:32.345" v="1663" actId="20577"/>
        <pc:sldMkLst>
          <pc:docMk/>
          <pc:sldMk cId="3233070296" sldId="405"/>
        </pc:sldMkLst>
        <pc:spChg chg="mod">
          <ac:chgData name="Anjan Dutta" userId="6a045102-d5c6-4b38-ba4e-a701cd0a99e3" providerId="ADAL" clId="{E80C0C89-01B2-A54E-94E8-563B4700AEC3}" dt="2022-01-15T18:57:23.890" v="4" actId="27636"/>
          <ac:spMkLst>
            <pc:docMk/>
            <pc:sldMk cId="3233070296" sldId="405"/>
            <ac:spMk id="2" creationId="{5DF3FCE1-89DD-4851-8194-5F40E9FDC59A}"/>
          </ac:spMkLst>
        </pc:spChg>
        <pc:spChg chg="mod">
          <ac:chgData name="Anjan Dutta" userId="6a045102-d5c6-4b38-ba4e-a701cd0a99e3" providerId="ADAL" clId="{E80C0C89-01B2-A54E-94E8-563B4700AEC3}" dt="2022-01-16T19:46:32.345" v="1663" actId="20577"/>
          <ac:spMkLst>
            <pc:docMk/>
            <pc:sldMk cId="3233070296" sldId="405"/>
            <ac:spMk id="3" creationId="{7024F8F2-830A-417F-BB72-05DDC7511FB9}"/>
          </ac:spMkLst>
        </pc:spChg>
        <pc:spChg chg="add del">
          <ac:chgData name="Anjan Dutta" userId="6a045102-d5c6-4b38-ba4e-a701cd0a99e3" providerId="ADAL" clId="{E80C0C89-01B2-A54E-94E8-563B4700AEC3}" dt="2022-01-16T19:26:40.671" v="1407" actId="478"/>
          <ac:spMkLst>
            <pc:docMk/>
            <pc:sldMk cId="3233070296" sldId="405"/>
            <ac:spMk id="4" creationId="{CAB2B25D-206B-D24C-A2C1-EBDA6A192BEA}"/>
          </ac:spMkLst>
        </pc:spChg>
        <pc:spChg chg="mod">
          <ac:chgData name="Anjan Dutta" userId="6a045102-d5c6-4b38-ba4e-a701cd0a99e3" providerId="ADAL" clId="{E80C0C89-01B2-A54E-94E8-563B4700AEC3}" dt="2022-01-15T18:57:23.513" v="0"/>
          <ac:spMkLst>
            <pc:docMk/>
            <pc:sldMk cId="3233070296" sldId="405"/>
            <ac:spMk id="5" creationId="{CD7A0F8B-978F-6742-94A3-A4F632842013}"/>
          </ac:spMkLst>
        </pc:spChg>
        <pc:spChg chg="add mod">
          <ac:chgData name="Anjan Dutta" userId="6a045102-d5c6-4b38-ba4e-a701cd0a99e3" providerId="ADAL" clId="{E80C0C89-01B2-A54E-94E8-563B4700AEC3}" dt="2022-01-16T19:42:11.043" v="1623" actId="1038"/>
          <ac:spMkLst>
            <pc:docMk/>
            <pc:sldMk cId="3233070296" sldId="405"/>
            <ac:spMk id="6" creationId="{D6FDFF65-552F-C741-8640-BB57B1267EA2}"/>
          </ac:spMkLst>
        </pc:spChg>
        <pc:spChg chg="add mod">
          <ac:chgData name="Anjan Dutta" userId="6a045102-d5c6-4b38-ba4e-a701cd0a99e3" providerId="ADAL" clId="{E80C0C89-01B2-A54E-94E8-563B4700AEC3}" dt="2022-01-16T19:42:11.043" v="1623" actId="1038"/>
          <ac:spMkLst>
            <pc:docMk/>
            <pc:sldMk cId="3233070296" sldId="405"/>
            <ac:spMk id="7" creationId="{87B6CEF1-CE62-0C47-B544-6D198492E894}"/>
          </ac:spMkLst>
        </pc:spChg>
        <pc:spChg chg="add mod">
          <ac:chgData name="Anjan Dutta" userId="6a045102-d5c6-4b38-ba4e-a701cd0a99e3" providerId="ADAL" clId="{E80C0C89-01B2-A54E-94E8-563B4700AEC3}" dt="2022-01-16T19:42:11.043" v="1623" actId="1038"/>
          <ac:spMkLst>
            <pc:docMk/>
            <pc:sldMk cId="3233070296" sldId="405"/>
            <ac:spMk id="8" creationId="{C606442D-559F-554E-8156-D115509E69EE}"/>
          </ac:spMkLst>
        </pc:spChg>
        <pc:spChg chg="add mod">
          <ac:chgData name="Anjan Dutta" userId="6a045102-d5c6-4b38-ba4e-a701cd0a99e3" providerId="ADAL" clId="{E80C0C89-01B2-A54E-94E8-563B4700AEC3}" dt="2022-01-16T19:42:11.043" v="1623" actId="1038"/>
          <ac:spMkLst>
            <pc:docMk/>
            <pc:sldMk cId="3233070296" sldId="405"/>
            <ac:spMk id="9" creationId="{317028A2-976D-514A-A339-F2C91AAF87B5}"/>
          </ac:spMkLst>
        </pc:spChg>
        <pc:spChg chg="add mod">
          <ac:chgData name="Anjan Dutta" userId="6a045102-d5c6-4b38-ba4e-a701cd0a99e3" providerId="ADAL" clId="{E80C0C89-01B2-A54E-94E8-563B4700AEC3}" dt="2022-01-16T19:42:11.043" v="1623" actId="1038"/>
          <ac:spMkLst>
            <pc:docMk/>
            <pc:sldMk cId="3233070296" sldId="405"/>
            <ac:spMk id="10" creationId="{C56130F0-59F3-994C-AA4F-6D7EA5EF5C62}"/>
          </ac:spMkLst>
        </pc:spChg>
        <pc:spChg chg="add mod">
          <ac:chgData name="Anjan Dutta" userId="6a045102-d5c6-4b38-ba4e-a701cd0a99e3" providerId="ADAL" clId="{E80C0C89-01B2-A54E-94E8-563B4700AEC3}" dt="2022-01-16T19:42:11.043" v="1623" actId="1038"/>
          <ac:spMkLst>
            <pc:docMk/>
            <pc:sldMk cId="3233070296" sldId="405"/>
            <ac:spMk id="11" creationId="{A623A75C-E0E4-8548-97D0-CCD0F4A39415}"/>
          </ac:spMkLst>
        </pc:spChg>
      </pc:sldChg>
      <pc:sldChg chg="modSp del mod">
        <pc:chgData name="Anjan Dutta" userId="6a045102-d5c6-4b38-ba4e-a701cd0a99e3" providerId="ADAL" clId="{E80C0C89-01B2-A54E-94E8-563B4700AEC3}" dt="2022-01-16T19:03:57.342" v="973" actId="2696"/>
        <pc:sldMkLst>
          <pc:docMk/>
          <pc:sldMk cId="3005321831" sldId="834"/>
        </pc:sldMkLst>
        <pc:spChg chg="mod">
          <ac:chgData name="Anjan Dutta" userId="6a045102-d5c6-4b38-ba4e-a701cd0a99e3" providerId="ADAL" clId="{E80C0C89-01B2-A54E-94E8-563B4700AEC3}" dt="2022-01-15T18:57:24.011" v="11" actId="27636"/>
          <ac:spMkLst>
            <pc:docMk/>
            <pc:sldMk cId="3005321831" sldId="834"/>
            <ac:spMk id="2" creationId="{4B4D4505-A4A1-6646-A618-2A34437F1E52}"/>
          </ac:spMkLst>
        </pc:spChg>
        <pc:spChg chg="mod">
          <ac:chgData name="Anjan Dutta" userId="6a045102-d5c6-4b38-ba4e-a701cd0a99e3" providerId="ADAL" clId="{E80C0C89-01B2-A54E-94E8-563B4700AEC3}" dt="2022-01-15T18:57:23.513" v="0"/>
          <ac:spMkLst>
            <pc:docMk/>
            <pc:sldMk cId="3005321831" sldId="834"/>
            <ac:spMk id="3" creationId="{15CCAC35-7BAC-EB44-9CCC-12FA2AFACB33}"/>
          </ac:spMkLst>
        </pc:spChg>
        <pc:spChg chg="mod">
          <ac:chgData name="Anjan Dutta" userId="6a045102-d5c6-4b38-ba4e-a701cd0a99e3" providerId="ADAL" clId="{E80C0C89-01B2-A54E-94E8-563B4700AEC3}" dt="2022-01-15T18:57:23.513" v="0"/>
          <ac:spMkLst>
            <pc:docMk/>
            <pc:sldMk cId="3005321831" sldId="834"/>
            <ac:spMk id="4" creationId="{010B8242-3CDD-6842-9CA9-2280BAB4AA50}"/>
          </ac:spMkLst>
        </pc:spChg>
      </pc:sldChg>
      <pc:sldChg chg="addSp delSp modSp mod ord">
        <pc:chgData name="Anjan Dutta" userId="6a045102-d5c6-4b38-ba4e-a701cd0a99e3" providerId="ADAL" clId="{E80C0C89-01B2-A54E-94E8-563B4700AEC3}" dt="2022-01-16T18:48:29.654" v="877" actId="20578"/>
        <pc:sldMkLst>
          <pc:docMk/>
          <pc:sldMk cId="553767626" sldId="835"/>
        </pc:sldMkLst>
        <pc:spChg chg="mod">
          <ac:chgData name="Anjan Dutta" userId="6a045102-d5c6-4b38-ba4e-a701cd0a99e3" providerId="ADAL" clId="{E80C0C89-01B2-A54E-94E8-563B4700AEC3}" dt="2022-01-15T18:57:23.981" v="9" actId="27636"/>
          <ac:spMkLst>
            <pc:docMk/>
            <pc:sldMk cId="553767626" sldId="835"/>
            <ac:spMk id="2" creationId="{4F22D65F-B606-E74E-A85E-513DB24DA859}"/>
          </ac:spMkLst>
        </pc:spChg>
        <pc:spChg chg="mod">
          <ac:chgData name="Anjan Dutta" userId="6a045102-d5c6-4b38-ba4e-a701cd0a99e3" providerId="ADAL" clId="{E80C0C89-01B2-A54E-94E8-563B4700AEC3}" dt="2022-01-15T18:58:14.775" v="37" actId="20577"/>
          <ac:spMkLst>
            <pc:docMk/>
            <pc:sldMk cId="553767626" sldId="835"/>
            <ac:spMk id="3" creationId="{FEC92D33-3CDB-8A48-8FF8-DFF2D85596C4}"/>
          </ac:spMkLst>
        </pc:spChg>
        <pc:spChg chg="mod">
          <ac:chgData name="Anjan Dutta" userId="6a045102-d5c6-4b38-ba4e-a701cd0a99e3" providerId="ADAL" clId="{E80C0C89-01B2-A54E-94E8-563B4700AEC3}" dt="2022-01-15T18:57:23.513" v="0"/>
          <ac:spMkLst>
            <pc:docMk/>
            <pc:sldMk cId="553767626" sldId="835"/>
            <ac:spMk id="4" creationId="{A32A0341-1DEB-9043-8D26-8BC634197B23}"/>
          </ac:spMkLst>
        </pc:spChg>
        <pc:picChg chg="mod modCrop">
          <ac:chgData name="Anjan Dutta" userId="6a045102-d5c6-4b38-ba4e-a701cd0a99e3" providerId="ADAL" clId="{E80C0C89-01B2-A54E-94E8-563B4700AEC3}" dt="2022-01-16T18:41:07.170" v="713" actId="11530"/>
          <ac:picMkLst>
            <pc:docMk/>
            <pc:sldMk cId="553767626" sldId="835"/>
            <ac:picMk id="6" creationId="{2ACFC585-C6B8-5943-ACD5-230E5EAF32BC}"/>
          </ac:picMkLst>
        </pc:picChg>
        <pc:picChg chg="add mod modCrop">
          <ac:chgData name="Anjan Dutta" userId="6a045102-d5c6-4b38-ba4e-a701cd0a99e3" providerId="ADAL" clId="{E80C0C89-01B2-A54E-94E8-563B4700AEC3}" dt="2022-01-16T18:42:48.053" v="722" actId="1076"/>
          <ac:picMkLst>
            <pc:docMk/>
            <pc:sldMk cId="553767626" sldId="835"/>
            <ac:picMk id="7" creationId="{BA281964-78B6-304E-87CD-6AC203D84DBD}"/>
          </ac:picMkLst>
        </pc:picChg>
        <pc:picChg chg="del mod">
          <ac:chgData name="Anjan Dutta" userId="6a045102-d5c6-4b38-ba4e-a701cd0a99e3" providerId="ADAL" clId="{E80C0C89-01B2-A54E-94E8-563B4700AEC3}" dt="2022-01-15T18:58:33.510" v="38" actId="478"/>
          <ac:picMkLst>
            <pc:docMk/>
            <pc:sldMk cId="553767626" sldId="835"/>
            <ac:picMk id="9" creationId="{39D7BCFF-92C7-0749-BB23-0B2A9D7A3F3D}"/>
          </ac:picMkLst>
        </pc:picChg>
      </pc:sldChg>
      <pc:sldChg chg="modSp mod">
        <pc:chgData name="Anjan Dutta" userId="6a045102-d5c6-4b38-ba4e-a701cd0a99e3" providerId="ADAL" clId="{E80C0C89-01B2-A54E-94E8-563B4700AEC3}" dt="2022-01-16T18:37:15.291" v="679" actId="27636"/>
        <pc:sldMkLst>
          <pc:docMk/>
          <pc:sldMk cId="1961260649" sldId="836"/>
        </pc:sldMkLst>
        <pc:spChg chg="mod">
          <ac:chgData name="Anjan Dutta" userId="6a045102-d5c6-4b38-ba4e-a701cd0a99e3" providerId="ADAL" clId="{E80C0C89-01B2-A54E-94E8-563B4700AEC3}" dt="2022-01-15T18:57:23.935" v="6" actId="27636"/>
          <ac:spMkLst>
            <pc:docMk/>
            <pc:sldMk cId="1961260649" sldId="836"/>
            <ac:spMk id="2" creationId="{6256F7E1-EFD8-A44F-8868-035D881B99CE}"/>
          </ac:spMkLst>
        </pc:spChg>
        <pc:spChg chg="mod">
          <ac:chgData name="Anjan Dutta" userId="6a045102-d5c6-4b38-ba4e-a701cd0a99e3" providerId="ADAL" clId="{E80C0C89-01B2-A54E-94E8-563B4700AEC3}" dt="2022-01-16T18:37:15.291" v="679" actId="27636"/>
          <ac:spMkLst>
            <pc:docMk/>
            <pc:sldMk cId="1961260649" sldId="836"/>
            <ac:spMk id="3" creationId="{0516C4FB-A38F-C24B-9154-194E82F287C5}"/>
          </ac:spMkLst>
        </pc:spChg>
        <pc:spChg chg="mod">
          <ac:chgData name="Anjan Dutta" userId="6a045102-d5c6-4b38-ba4e-a701cd0a99e3" providerId="ADAL" clId="{E80C0C89-01B2-A54E-94E8-563B4700AEC3}" dt="2022-01-15T18:57:23.513" v="0"/>
          <ac:spMkLst>
            <pc:docMk/>
            <pc:sldMk cId="1961260649" sldId="836"/>
            <ac:spMk id="4" creationId="{C9A38917-D235-F440-A772-780D5B26D499}"/>
          </ac:spMkLst>
        </pc:spChg>
      </pc:sldChg>
      <pc:sldChg chg="addSp delSp modSp mod ord">
        <pc:chgData name="Anjan Dutta" userId="6a045102-d5c6-4b38-ba4e-a701cd0a99e3" providerId="ADAL" clId="{E80C0C89-01B2-A54E-94E8-563B4700AEC3}" dt="2022-01-16T20:48:03.605" v="1833" actId="1076"/>
        <pc:sldMkLst>
          <pc:docMk/>
          <pc:sldMk cId="163734131" sldId="837"/>
        </pc:sldMkLst>
        <pc:spChg chg="mod">
          <ac:chgData name="Anjan Dutta" userId="6a045102-d5c6-4b38-ba4e-a701cd0a99e3" providerId="ADAL" clId="{E80C0C89-01B2-A54E-94E8-563B4700AEC3}" dt="2022-01-15T18:57:23.990" v="10" actId="27636"/>
          <ac:spMkLst>
            <pc:docMk/>
            <pc:sldMk cId="163734131" sldId="837"/>
            <ac:spMk id="2" creationId="{11A218A8-0F21-264D-AC61-A4C7804A2513}"/>
          </ac:spMkLst>
        </pc:spChg>
        <pc:spChg chg="mod">
          <ac:chgData name="Anjan Dutta" userId="6a045102-d5c6-4b38-ba4e-a701cd0a99e3" providerId="ADAL" clId="{E80C0C89-01B2-A54E-94E8-563B4700AEC3}" dt="2022-01-16T20:45:59.108" v="1830" actId="20577"/>
          <ac:spMkLst>
            <pc:docMk/>
            <pc:sldMk cId="163734131" sldId="837"/>
            <ac:spMk id="3" creationId="{617E0578-9375-0146-B8CD-66A154A70AEB}"/>
          </ac:spMkLst>
        </pc:spChg>
        <pc:spChg chg="mod">
          <ac:chgData name="Anjan Dutta" userId="6a045102-d5c6-4b38-ba4e-a701cd0a99e3" providerId="ADAL" clId="{E80C0C89-01B2-A54E-94E8-563B4700AEC3}" dt="2022-01-15T18:57:23.513" v="0"/>
          <ac:spMkLst>
            <pc:docMk/>
            <pc:sldMk cId="163734131" sldId="837"/>
            <ac:spMk id="4" creationId="{FE9AEEF4-C7E3-584B-B669-DC29A2DB2303}"/>
          </ac:spMkLst>
        </pc:spChg>
        <pc:grpChg chg="add mod">
          <ac:chgData name="Anjan Dutta" userId="6a045102-d5c6-4b38-ba4e-a701cd0a99e3" providerId="ADAL" clId="{E80C0C89-01B2-A54E-94E8-563B4700AEC3}" dt="2022-01-16T20:44:56.566" v="1732" actId="1076"/>
          <ac:grpSpMkLst>
            <pc:docMk/>
            <pc:sldMk cId="163734131" sldId="837"/>
            <ac:grpSpMk id="11" creationId="{30027CB9-A5F8-8043-AADF-03778983B373}"/>
          </ac:grpSpMkLst>
        </pc:grpChg>
        <pc:grpChg chg="add mod">
          <ac:chgData name="Anjan Dutta" userId="6a045102-d5c6-4b38-ba4e-a701cd0a99e3" providerId="ADAL" clId="{E80C0C89-01B2-A54E-94E8-563B4700AEC3}" dt="2022-01-16T20:48:03.605" v="1833" actId="1076"/>
          <ac:grpSpMkLst>
            <pc:docMk/>
            <pc:sldMk cId="163734131" sldId="837"/>
            <ac:grpSpMk id="12" creationId="{2660C1D3-13CE-7747-89E2-2ED0A6FECC15}"/>
          </ac:grpSpMkLst>
        </pc:grpChg>
        <pc:picChg chg="del mod">
          <ac:chgData name="Anjan Dutta" userId="6a045102-d5c6-4b38-ba4e-a701cd0a99e3" providerId="ADAL" clId="{E80C0C89-01B2-A54E-94E8-563B4700AEC3}" dt="2022-01-16T18:51:32.285" v="890" actId="478"/>
          <ac:picMkLst>
            <pc:docMk/>
            <pc:sldMk cId="163734131" sldId="837"/>
            <ac:picMk id="5" creationId="{737346E4-1B5C-4F46-B306-E07EC59C93E4}"/>
          </ac:picMkLst>
        </pc:picChg>
        <pc:picChg chg="add mod">
          <ac:chgData name="Anjan Dutta" userId="6a045102-d5c6-4b38-ba4e-a701cd0a99e3" providerId="ADAL" clId="{E80C0C89-01B2-A54E-94E8-563B4700AEC3}" dt="2022-01-16T18:56:08.206" v="928" actId="1037"/>
          <ac:picMkLst>
            <pc:docMk/>
            <pc:sldMk cId="163734131" sldId="837"/>
            <ac:picMk id="6" creationId="{4E25113B-D31E-4A42-8D28-2B05E03B6BED}"/>
          </ac:picMkLst>
        </pc:picChg>
        <pc:picChg chg="add mod">
          <ac:chgData name="Anjan Dutta" userId="6a045102-d5c6-4b38-ba4e-a701cd0a99e3" providerId="ADAL" clId="{E80C0C89-01B2-A54E-94E8-563B4700AEC3}" dt="2022-01-16T18:56:08.206" v="928" actId="1037"/>
          <ac:picMkLst>
            <pc:docMk/>
            <pc:sldMk cId="163734131" sldId="837"/>
            <ac:picMk id="7" creationId="{632A1B7D-9E42-2E46-A367-90867A22E681}"/>
          </ac:picMkLst>
        </pc:picChg>
        <pc:picChg chg="add del mod">
          <ac:chgData name="Anjan Dutta" userId="6a045102-d5c6-4b38-ba4e-a701cd0a99e3" providerId="ADAL" clId="{E80C0C89-01B2-A54E-94E8-563B4700AEC3}" dt="2022-01-16T18:59:32.803" v="934" actId="478"/>
          <ac:picMkLst>
            <pc:docMk/>
            <pc:sldMk cId="163734131" sldId="837"/>
            <ac:picMk id="8" creationId="{53049E01-E77A-DD43-B0AF-42AA9F619953}"/>
          </ac:picMkLst>
        </pc:picChg>
        <pc:picChg chg="add mod">
          <ac:chgData name="Anjan Dutta" userId="6a045102-d5c6-4b38-ba4e-a701cd0a99e3" providerId="ADAL" clId="{E80C0C89-01B2-A54E-94E8-563B4700AEC3}" dt="2022-01-16T18:59:48.500" v="935" actId="1076"/>
          <ac:picMkLst>
            <pc:docMk/>
            <pc:sldMk cId="163734131" sldId="837"/>
            <ac:picMk id="9" creationId="{60B90CFE-3CF4-D64F-ACFB-E90EAE37AEE2}"/>
          </ac:picMkLst>
        </pc:picChg>
        <pc:picChg chg="add mod">
          <ac:chgData name="Anjan Dutta" userId="6a045102-d5c6-4b38-ba4e-a701cd0a99e3" providerId="ADAL" clId="{E80C0C89-01B2-A54E-94E8-563B4700AEC3}" dt="2022-01-16T19:02:20.956" v="957" actId="1035"/>
          <ac:picMkLst>
            <pc:docMk/>
            <pc:sldMk cId="163734131" sldId="837"/>
            <ac:picMk id="10" creationId="{97C99097-8ED3-CA4E-BFB1-3657848D0E06}"/>
          </ac:picMkLst>
        </pc:picChg>
        <pc:picChg chg="mod">
          <ac:chgData name="Anjan Dutta" userId="6a045102-d5c6-4b38-ba4e-a701cd0a99e3" providerId="ADAL" clId="{E80C0C89-01B2-A54E-94E8-563B4700AEC3}" dt="2022-01-16T20:47:51.089" v="1831"/>
          <ac:picMkLst>
            <pc:docMk/>
            <pc:sldMk cId="163734131" sldId="837"/>
            <ac:picMk id="13" creationId="{1F4278BE-9E98-BB4C-AA85-2C0FE1AAF3CC}"/>
          </ac:picMkLst>
        </pc:picChg>
        <pc:picChg chg="mod">
          <ac:chgData name="Anjan Dutta" userId="6a045102-d5c6-4b38-ba4e-a701cd0a99e3" providerId="ADAL" clId="{E80C0C89-01B2-A54E-94E8-563B4700AEC3}" dt="2022-01-16T20:47:51.089" v="1831"/>
          <ac:picMkLst>
            <pc:docMk/>
            <pc:sldMk cId="163734131" sldId="837"/>
            <ac:picMk id="14" creationId="{797CF8F7-EDD3-2C44-87BC-7598BC1002EA}"/>
          </ac:picMkLst>
        </pc:picChg>
      </pc:sldChg>
      <pc:sldChg chg="modSp new add del mod">
        <pc:chgData name="Anjan Dutta" userId="6a045102-d5c6-4b38-ba4e-a701cd0a99e3" providerId="ADAL" clId="{E80C0C89-01B2-A54E-94E8-563B4700AEC3}" dt="2022-01-16T19:46:03.642" v="1647" actId="20577"/>
        <pc:sldMkLst>
          <pc:docMk/>
          <pc:sldMk cId="2182501562" sldId="838"/>
        </pc:sldMkLst>
        <pc:spChg chg="mod">
          <ac:chgData name="Anjan Dutta" userId="6a045102-d5c6-4b38-ba4e-a701cd0a99e3" providerId="ADAL" clId="{E80C0C89-01B2-A54E-94E8-563B4700AEC3}" dt="2022-01-16T18:37:28.836" v="692" actId="20577"/>
          <ac:spMkLst>
            <pc:docMk/>
            <pc:sldMk cId="2182501562" sldId="838"/>
            <ac:spMk id="2" creationId="{94319EF6-C0AB-1D44-8FC9-E12643D5D426}"/>
          </ac:spMkLst>
        </pc:spChg>
        <pc:spChg chg="mod">
          <ac:chgData name="Anjan Dutta" userId="6a045102-d5c6-4b38-ba4e-a701cd0a99e3" providerId="ADAL" clId="{E80C0C89-01B2-A54E-94E8-563B4700AEC3}" dt="2022-01-16T19:46:03.642" v="1647" actId="20577"/>
          <ac:spMkLst>
            <pc:docMk/>
            <pc:sldMk cId="2182501562" sldId="838"/>
            <ac:spMk id="3" creationId="{931CCD4D-5BA8-364D-9EDB-AE2693621621}"/>
          </ac:spMkLst>
        </pc:spChg>
      </pc:sldChg>
      <pc:sldChg chg="delSp modSp add mod">
        <pc:chgData name="Anjan Dutta" userId="6a045102-d5c6-4b38-ba4e-a701cd0a99e3" providerId="ADAL" clId="{E80C0C89-01B2-A54E-94E8-563B4700AEC3}" dt="2022-01-16T19:03:44.310" v="970" actId="1076"/>
        <pc:sldMkLst>
          <pc:docMk/>
          <pc:sldMk cId="3408658040" sldId="839"/>
        </pc:sldMkLst>
        <pc:spChg chg="mod">
          <ac:chgData name="Anjan Dutta" userId="6a045102-d5c6-4b38-ba4e-a701cd0a99e3" providerId="ADAL" clId="{E80C0C89-01B2-A54E-94E8-563B4700AEC3}" dt="2022-01-16T19:03:18.444" v="964" actId="20577"/>
          <ac:spMkLst>
            <pc:docMk/>
            <pc:sldMk cId="3408658040" sldId="839"/>
            <ac:spMk id="2" creationId="{11A218A8-0F21-264D-AC61-A4C7804A2513}"/>
          </ac:spMkLst>
        </pc:spChg>
        <pc:spChg chg="del mod">
          <ac:chgData name="Anjan Dutta" userId="6a045102-d5c6-4b38-ba4e-a701cd0a99e3" providerId="ADAL" clId="{E80C0C89-01B2-A54E-94E8-563B4700AEC3}" dt="2022-01-16T19:03:30.193" v="967" actId="478"/>
          <ac:spMkLst>
            <pc:docMk/>
            <pc:sldMk cId="3408658040" sldId="839"/>
            <ac:spMk id="3" creationId="{617E0578-9375-0146-B8CD-66A154A70AEB}"/>
          </ac:spMkLst>
        </pc:spChg>
        <pc:picChg chg="mod">
          <ac:chgData name="Anjan Dutta" userId="6a045102-d5c6-4b38-ba4e-a701cd0a99e3" providerId="ADAL" clId="{E80C0C89-01B2-A54E-94E8-563B4700AEC3}" dt="2022-01-16T19:03:44.310" v="970" actId="1076"/>
          <ac:picMkLst>
            <pc:docMk/>
            <pc:sldMk cId="3408658040" sldId="839"/>
            <ac:picMk id="5" creationId="{737346E4-1B5C-4F46-B306-E07EC59C93E4}"/>
          </ac:picMkLst>
        </pc:picChg>
        <pc:picChg chg="del">
          <ac:chgData name="Anjan Dutta" userId="6a045102-d5c6-4b38-ba4e-a701cd0a99e3" providerId="ADAL" clId="{E80C0C89-01B2-A54E-94E8-563B4700AEC3}" dt="2022-01-16T18:51:27.744" v="889" actId="478"/>
          <ac:picMkLst>
            <pc:docMk/>
            <pc:sldMk cId="3408658040" sldId="839"/>
            <ac:picMk id="6" creationId="{4E25113B-D31E-4A42-8D28-2B05E03B6BED}"/>
          </ac:picMkLst>
        </pc:picChg>
      </pc:sldChg>
      <pc:sldChg chg="addSp modSp new mod ord">
        <pc:chgData name="Anjan Dutta" userId="6a045102-d5c6-4b38-ba4e-a701cd0a99e3" providerId="ADAL" clId="{E80C0C89-01B2-A54E-94E8-563B4700AEC3}" dt="2022-01-16T20:49:39.240" v="1883" actId="20577"/>
        <pc:sldMkLst>
          <pc:docMk/>
          <pc:sldMk cId="76845724" sldId="840"/>
        </pc:sldMkLst>
        <pc:spChg chg="mod">
          <ac:chgData name="Anjan Dutta" userId="6a045102-d5c6-4b38-ba4e-a701cd0a99e3" providerId="ADAL" clId="{E80C0C89-01B2-A54E-94E8-563B4700AEC3}" dt="2022-01-16T19:12:49.801" v="982" actId="20577"/>
          <ac:spMkLst>
            <pc:docMk/>
            <pc:sldMk cId="76845724" sldId="840"/>
            <ac:spMk id="2" creationId="{03EA02D5-5542-4140-99B8-665B228F1BF8}"/>
          </ac:spMkLst>
        </pc:spChg>
        <pc:spChg chg="mod">
          <ac:chgData name="Anjan Dutta" userId="6a045102-d5c6-4b38-ba4e-a701cd0a99e3" providerId="ADAL" clId="{E80C0C89-01B2-A54E-94E8-563B4700AEC3}" dt="2022-01-16T20:49:39.240" v="1883" actId="20577"/>
          <ac:spMkLst>
            <pc:docMk/>
            <pc:sldMk cId="76845724" sldId="840"/>
            <ac:spMk id="3" creationId="{1AF761CE-876D-3447-996B-C99588FEB895}"/>
          </ac:spMkLst>
        </pc:spChg>
        <pc:picChg chg="add mod">
          <ac:chgData name="Anjan Dutta" userId="6a045102-d5c6-4b38-ba4e-a701cd0a99e3" providerId="ADAL" clId="{E80C0C89-01B2-A54E-94E8-563B4700AEC3}" dt="2022-01-16T19:40:36.419" v="1573" actId="14100"/>
          <ac:picMkLst>
            <pc:docMk/>
            <pc:sldMk cId="76845724" sldId="840"/>
            <ac:picMk id="5" creationId="{B259B03F-5F33-E541-9F22-8071315B6D5D}"/>
          </ac:picMkLst>
        </pc:picChg>
        <pc:picChg chg="add mod">
          <ac:chgData name="Anjan Dutta" userId="6a045102-d5c6-4b38-ba4e-a701cd0a99e3" providerId="ADAL" clId="{E80C0C89-01B2-A54E-94E8-563B4700AEC3}" dt="2022-01-16T19:41:03.822" v="1594" actId="1035"/>
          <ac:picMkLst>
            <pc:docMk/>
            <pc:sldMk cId="76845724" sldId="840"/>
            <ac:picMk id="6" creationId="{E2FBE2C1-E156-A94E-B6F6-AD8A49FDDF46}"/>
          </ac:picMkLst>
        </pc:picChg>
      </pc:sldChg>
      <pc:sldMasterChg chg="modSp modSldLayout">
        <pc:chgData name="Anjan Dutta" userId="6a045102-d5c6-4b38-ba4e-a701cd0a99e3" providerId="ADAL" clId="{E80C0C89-01B2-A54E-94E8-563B4700AEC3}" dt="2022-01-15T18:57:23.513" v="0"/>
        <pc:sldMasterMkLst>
          <pc:docMk/>
          <pc:sldMasterMk cId="3837616848" sldId="2147483660"/>
        </pc:sldMasterMkLst>
        <pc:spChg chg="mod">
          <ac:chgData name="Anjan Dutta" userId="6a045102-d5c6-4b38-ba4e-a701cd0a99e3" providerId="ADAL" clId="{E80C0C89-01B2-A54E-94E8-563B4700AEC3}" dt="2022-01-15T18:57:23.513" v="0"/>
          <ac:spMkLst>
            <pc:docMk/>
            <pc:sldMasterMk cId="3837616848" sldId="2147483660"/>
            <ac:spMk id="2" creationId="{00000000-0000-0000-0000-000000000000}"/>
          </ac:spMkLst>
        </pc:spChg>
        <pc:spChg chg="mod">
          <ac:chgData name="Anjan Dutta" userId="6a045102-d5c6-4b38-ba4e-a701cd0a99e3" providerId="ADAL" clId="{E80C0C89-01B2-A54E-94E8-563B4700AEC3}" dt="2022-01-15T18:57:23.513" v="0"/>
          <ac:spMkLst>
            <pc:docMk/>
            <pc:sldMasterMk cId="3837616848" sldId="2147483660"/>
            <ac:spMk id="3" creationId="{00000000-0000-0000-0000-000000000000}"/>
          </ac:spMkLst>
        </pc:spChg>
        <pc:spChg chg="mod">
          <ac:chgData name="Anjan Dutta" userId="6a045102-d5c6-4b38-ba4e-a701cd0a99e3" providerId="ADAL" clId="{E80C0C89-01B2-A54E-94E8-563B4700AEC3}" dt="2022-01-15T18:57:23.513" v="0"/>
          <ac:spMkLst>
            <pc:docMk/>
            <pc:sldMasterMk cId="3837616848" sldId="2147483660"/>
            <ac:spMk id="4" creationId="{00000000-0000-0000-0000-000000000000}"/>
          </ac:spMkLst>
        </pc:spChg>
        <pc:spChg chg="mod">
          <ac:chgData name="Anjan Dutta" userId="6a045102-d5c6-4b38-ba4e-a701cd0a99e3" providerId="ADAL" clId="{E80C0C89-01B2-A54E-94E8-563B4700AEC3}" dt="2022-01-15T18:57:23.513" v="0"/>
          <ac:spMkLst>
            <pc:docMk/>
            <pc:sldMasterMk cId="3837616848" sldId="2147483660"/>
            <ac:spMk id="5" creationId="{00000000-0000-0000-0000-000000000000}"/>
          </ac:spMkLst>
        </pc:spChg>
        <pc:spChg chg="mod">
          <ac:chgData name="Anjan Dutta" userId="6a045102-d5c6-4b38-ba4e-a701cd0a99e3" providerId="ADAL" clId="{E80C0C89-01B2-A54E-94E8-563B4700AEC3}" dt="2022-01-15T18:57:23.513" v="0"/>
          <ac:spMkLst>
            <pc:docMk/>
            <pc:sldMasterMk cId="3837616848" sldId="2147483660"/>
            <ac:spMk id="6" creationId="{00000000-0000-0000-0000-000000000000}"/>
          </ac:spMkLst>
        </pc:spChg>
        <pc:sldLayoutChg chg="modSp">
          <pc:chgData name="Anjan Dutta" userId="6a045102-d5c6-4b38-ba4e-a701cd0a99e3" providerId="ADAL" clId="{E80C0C89-01B2-A54E-94E8-563B4700AEC3}" dt="2022-01-15T18:57:23.513" v="0"/>
          <pc:sldLayoutMkLst>
            <pc:docMk/>
            <pc:sldMasterMk cId="1009957911" sldId="2147483665"/>
            <pc:sldLayoutMk cId="2995849608" sldId="2147483661"/>
          </pc:sldLayoutMkLst>
          <pc:spChg chg="mo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1009957911" sldId="2147483665"/>
              <pc:sldLayoutMk cId="2995849608" sldId="2147483661"/>
              <ac:spMk id="2" creationId="{00000000-0000-0000-0000-000000000000}"/>
            </ac:spMkLst>
          </pc:spChg>
          <pc:spChg chg="mo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1009957911" sldId="2147483665"/>
              <pc:sldLayoutMk cId="2995849608" sldId="2147483661"/>
              <ac:spMk id="3" creationId="{00000000-0000-0000-0000-000000000000}"/>
            </ac:spMkLst>
          </pc:spChg>
        </pc:sldLayoutChg>
        <pc:sldLayoutChg chg="modSp">
          <pc:chgData name="Anjan Dutta" userId="6a045102-d5c6-4b38-ba4e-a701cd0a99e3" providerId="ADAL" clId="{E80C0C89-01B2-A54E-94E8-563B4700AEC3}" dt="2022-01-15T18:57:23.513" v="0"/>
          <pc:sldLayoutMkLst>
            <pc:docMk/>
            <pc:sldMasterMk cId="3837616848" sldId="2147483660"/>
            <pc:sldLayoutMk cId="1419202562" sldId="2147483662"/>
          </pc:sldLayoutMkLst>
          <pc:spChg chg="mo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3837616848" sldId="2147483660"/>
              <pc:sldLayoutMk cId="1419202562" sldId="2147483662"/>
              <ac:spMk id="2" creationId="{00000000-0000-0000-0000-000000000000}"/>
            </ac:spMkLst>
          </pc:spChg>
          <pc:spChg chg="mo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3837616848" sldId="2147483660"/>
              <pc:sldLayoutMk cId="1419202562" sldId="2147483662"/>
              <ac:spMk id="3" creationId="{00000000-0000-0000-0000-000000000000}"/>
            </ac:spMkLst>
          </pc:spChg>
          <pc:spChg chg="mo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3837616848" sldId="2147483660"/>
              <pc:sldLayoutMk cId="1419202562" sldId="2147483662"/>
              <ac:spMk id="7" creationId="{582818C9-0C1B-48F0-A3DD-2620D48DA464}"/>
            </ac:spMkLst>
          </pc:spChg>
          <pc:spChg chg="mo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3837616848" sldId="2147483660"/>
              <pc:sldLayoutMk cId="1419202562" sldId="2147483662"/>
              <ac:spMk id="10" creationId="{86A6117D-4A5B-4BFB-8FBD-E79B3396E2E5}"/>
            </ac:spMkLst>
          </pc:spChg>
          <pc:spChg chg="mo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3837616848" sldId="2147483660"/>
              <pc:sldLayoutMk cId="1419202562" sldId="2147483662"/>
              <ac:spMk id="20" creationId="{E2D8ABE1-EF5F-4513-8D1F-383B8ADCEECC}"/>
            </ac:spMkLst>
          </pc:spChg>
          <pc:spChg chg="mo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3837616848" sldId="2147483660"/>
              <pc:sldLayoutMk cId="1419202562" sldId="2147483662"/>
              <ac:spMk id="21" creationId="{DDFF6DB6-73B5-46DF-BF25-75B8C51EFC91}"/>
            </ac:spMkLst>
          </pc:spChg>
          <pc:spChg chg="mo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3837616848" sldId="2147483660"/>
              <pc:sldLayoutMk cId="1419202562" sldId="2147483662"/>
              <ac:spMk id="22" creationId="{AA93CB12-4DA0-44C3-9D6E-0955CBDA9BAE}"/>
            </ac:spMkLst>
          </pc:spChg>
          <pc:spChg chg="mo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3837616848" sldId="2147483660"/>
              <pc:sldLayoutMk cId="1419202562" sldId="2147483662"/>
              <ac:spMk id="23" creationId="{EF88DF0D-DDD2-4517-AFA5-0692F1D0A839}"/>
            </ac:spMkLst>
          </pc:spChg>
          <pc:spChg chg="mo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3837616848" sldId="2147483660"/>
              <pc:sldLayoutMk cId="1419202562" sldId="2147483662"/>
              <ac:spMk id="24" creationId="{D368D2EA-90C2-4B4D-A4AD-2A624F020ED0}"/>
            </ac:spMkLst>
          </pc:spChg>
          <pc:spChg chg="mo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3837616848" sldId="2147483660"/>
              <pc:sldLayoutMk cId="1419202562" sldId="2147483662"/>
              <ac:spMk id="25" creationId="{1E4B34D4-EE43-4ACD-B7C4-A823365A92B4}"/>
            </ac:spMkLst>
          </pc:spChg>
        </pc:sldLayoutChg>
        <pc:sldLayoutChg chg="modSp">
          <pc:chgData name="Anjan Dutta" userId="6a045102-d5c6-4b38-ba4e-a701cd0a99e3" providerId="ADAL" clId="{E80C0C89-01B2-A54E-94E8-563B4700AEC3}" dt="2022-01-15T18:57:23.513" v="0"/>
          <pc:sldLayoutMkLst>
            <pc:docMk/>
            <pc:sldMasterMk cId="3837616848" sldId="2147483660"/>
            <pc:sldLayoutMk cId="153682088" sldId="2147483664"/>
          </pc:sldLayoutMkLst>
          <pc:spChg chg="mo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3837616848" sldId="2147483660"/>
              <pc:sldLayoutMk cId="153682088" sldId="2147483664"/>
              <ac:spMk id="2" creationId="{00000000-0000-0000-0000-000000000000}"/>
            </ac:spMkLst>
          </pc:spChg>
          <pc:spChg chg="mo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3837616848" sldId="2147483660"/>
              <pc:sldLayoutMk cId="153682088" sldId="2147483664"/>
              <ac:spMk id="3" creationId="{00000000-0000-0000-0000-000000000000}"/>
            </ac:spMkLst>
          </pc:spChg>
        </pc:sldLayoutChg>
      </pc:sldMasterChg>
      <pc:sldMasterChg chg="modSldLayout">
        <pc:chgData name="Anjan Dutta" userId="6a045102-d5c6-4b38-ba4e-a701cd0a99e3" providerId="ADAL" clId="{E80C0C89-01B2-A54E-94E8-563B4700AEC3}" dt="2022-01-15T18:57:23.513" v="0"/>
        <pc:sldMasterMkLst>
          <pc:docMk/>
          <pc:sldMasterMk cId="1009957911" sldId="2147483665"/>
        </pc:sldMasterMkLst>
        <pc:sldLayoutChg chg="addSp">
          <pc:chgData name="Anjan Dutta" userId="6a045102-d5c6-4b38-ba4e-a701cd0a99e3" providerId="ADAL" clId="{E80C0C89-01B2-A54E-94E8-563B4700AEC3}" dt="2022-01-15T18:57:23.513" v="0"/>
          <pc:sldLayoutMkLst>
            <pc:docMk/>
            <pc:sldMasterMk cId="1009957911" sldId="2147483665"/>
            <pc:sldLayoutMk cId="2864866909" sldId="2147483667"/>
          </pc:sldLayoutMkLst>
          <pc:spChg chg="ad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1009957911" sldId="2147483665"/>
              <pc:sldLayoutMk cId="2864866909" sldId="2147483667"/>
              <ac:spMk id="7" creationId="{7A071F01-F9D0-8E40-8363-CEEDA84862E1}"/>
            </ac:spMkLst>
          </pc:spChg>
          <pc:spChg chg="ad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1009957911" sldId="2147483665"/>
              <pc:sldLayoutMk cId="2864866909" sldId="2147483667"/>
              <ac:spMk id="8" creationId="{01F2DCD2-A010-0944-8091-7BF5435CCFBA}"/>
            </ac:spMkLst>
          </pc:spChg>
          <pc:spChg chg="ad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1009957911" sldId="2147483665"/>
              <pc:sldLayoutMk cId="2864866909" sldId="2147483667"/>
              <ac:spMk id="9" creationId="{CB9FB3AC-F26D-F84F-BE3D-6F07CA659275}"/>
            </ac:spMkLst>
          </pc:spChg>
          <pc:spChg chg="ad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1009957911" sldId="2147483665"/>
              <pc:sldLayoutMk cId="2864866909" sldId="2147483667"/>
              <ac:spMk id="10" creationId="{DDDAC5C9-4AEB-0143-9162-4047FCDCB840}"/>
            </ac:spMkLst>
          </pc:spChg>
          <pc:spChg chg="ad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1009957911" sldId="2147483665"/>
              <pc:sldLayoutMk cId="2864866909" sldId="2147483667"/>
              <ac:spMk id="11" creationId="{CC074F9B-3FB5-234B-8882-5A36AD384F48}"/>
            </ac:spMkLst>
          </pc:spChg>
          <pc:spChg chg="ad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1009957911" sldId="2147483665"/>
              <pc:sldLayoutMk cId="2864866909" sldId="2147483667"/>
              <ac:spMk id="12" creationId="{C4AD26D4-76DB-9341-9B85-1AF29C09697A}"/>
            </ac:spMkLst>
          </pc:spChg>
          <pc:spChg chg="ad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1009957911" sldId="2147483665"/>
              <pc:sldLayoutMk cId="2864866909" sldId="2147483667"/>
              <ac:spMk id="13" creationId="{B0148898-2DFE-D34A-AAE3-5941D51D2016}"/>
            </ac:spMkLst>
          </pc:spChg>
          <pc:spChg chg="ad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1009957911" sldId="2147483665"/>
              <pc:sldLayoutMk cId="2864866909" sldId="2147483667"/>
              <ac:spMk id="14" creationId="{E4915E66-E636-254D-ADCB-740C589063BC}"/>
            </ac:spMkLst>
          </pc:spChg>
          <pc:spChg chg="ad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1009957911" sldId="2147483665"/>
              <pc:sldLayoutMk cId="2864866909" sldId="2147483667"/>
              <ac:spMk id="15" creationId="{AC0FCB2A-3424-924B-B545-A29361F91210}"/>
            </ac:spMkLst>
          </pc:spChg>
          <pc:spChg chg="add">
            <ac:chgData name="Anjan Dutta" userId="6a045102-d5c6-4b38-ba4e-a701cd0a99e3" providerId="ADAL" clId="{E80C0C89-01B2-A54E-94E8-563B4700AEC3}" dt="2022-01-15T18:57:23.513" v="0"/>
            <ac:spMkLst>
              <pc:docMk/>
              <pc:sldMasterMk cId="1009957911" sldId="2147483665"/>
              <pc:sldLayoutMk cId="2864866909" sldId="2147483667"/>
              <ac:spMk id="16" creationId="{C447FEBA-37D4-A149-A2A3-10B565835444}"/>
            </ac:spMkLst>
          </pc:spChg>
        </pc:sldLayoutChg>
      </pc:sldMasterChg>
    </pc:docChg>
  </pc:docChgLst>
  <pc:docChgLst>
    <pc:chgData name="Anjan Dutta" userId="6a045102-d5c6-4b38-ba4e-a701cd0a99e3" providerId="ADAL" clId="{B6D23F14-2912-3643-ACAF-3D9E5E4038D1}"/>
    <pc:docChg chg="undo custSel addSld modSld sldOrd modMainMaster">
      <pc:chgData name="Anjan Dutta" userId="6a045102-d5c6-4b38-ba4e-a701cd0a99e3" providerId="ADAL" clId="{B6D23F14-2912-3643-ACAF-3D9E5E4038D1}" dt="2022-01-09T19:06:20.025" v="1380" actId="1036"/>
      <pc:docMkLst>
        <pc:docMk/>
      </pc:docMkLst>
      <pc:sldChg chg="modSp mod">
        <pc:chgData name="Anjan Dutta" userId="6a045102-d5c6-4b38-ba4e-a701cd0a99e3" providerId="ADAL" clId="{B6D23F14-2912-3643-ACAF-3D9E5E4038D1}" dt="2022-01-08T10:30:41.033" v="675" actId="6549"/>
        <pc:sldMkLst>
          <pc:docMk/>
          <pc:sldMk cId="1100292815" sldId="261"/>
        </pc:sldMkLst>
        <pc:spChg chg="mod">
          <ac:chgData name="Anjan Dutta" userId="6a045102-d5c6-4b38-ba4e-a701cd0a99e3" providerId="ADAL" clId="{B6D23F14-2912-3643-ACAF-3D9E5E4038D1}" dt="2022-01-08T10:30:41.033" v="675" actId="6549"/>
          <ac:spMkLst>
            <pc:docMk/>
            <pc:sldMk cId="1100292815" sldId="261"/>
            <ac:spMk id="2" creationId="{5EC12E72-DF68-4FB5-B308-4C752DDFA634}"/>
          </ac:spMkLst>
        </pc:spChg>
        <pc:spChg chg="mod">
          <ac:chgData name="Anjan Dutta" userId="6a045102-d5c6-4b38-ba4e-a701cd0a99e3" providerId="ADAL" clId="{B6D23F14-2912-3643-ACAF-3D9E5E4038D1}" dt="2022-01-08T10:00:28.624" v="1" actId="20577"/>
          <ac:spMkLst>
            <pc:docMk/>
            <pc:sldMk cId="1100292815" sldId="261"/>
            <ac:spMk id="3" creationId="{B45A108D-EADA-455B-9755-26BAA1BFE243}"/>
          </ac:spMkLst>
        </pc:spChg>
      </pc:sldChg>
      <pc:sldChg chg="addSp delSp modSp mod">
        <pc:chgData name="Anjan Dutta" userId="6a045102-d5c6-4b38-ba4e-a701cd0a99e3" providerId="ADAL" clId="{B6D23F14-2912-3643-ACAF-3D9E5E4038D1}" dt="2022-01-08T10:40:54.831" v="1186" actId="20577"/>
        <pc:sldMkLst>
          <pc:docMk/>
          <pc:sldMk cId="1026118705" sldId="347"/>
        </pc:sldMkLst>
        <pc:spChg chg="mod">
          <ac:chgData name="Anjan Dutta" userId="6a045102-d5c6-4b38-ba4e-a701cd0a99e3" providerId="ADAL" clId="{B6D23F14-2912-3643-ACAF-3D9E5E4038D1}" dt="2022-01-08T10:40:54.831" v="1186" actId="20577"/>
          <ac:spMkLst>
            <pc:docMk/>
            <pc:sldMk cId="1026118705" sldId="347"/>
            <ac:spMk id="3" creationId="{9D122E06-3B0E-434B-9A38-B8E8AD96B352}"/>
          </ac:spMkLst>
        </pc:spChg>
        <pc:picChg chg="add mod">
          <ac:chgData name="Anjan Dutta" userId="6a045102-d5c6-4b38-ba4e-a701cd0a99e3" providerId="ADAL" clId="{B6D23F14-2912-3643-ACAF-3D9E5E4038D1}" dt="2022-01-08T10:30:03.803" v="670" actId="14100"/>
          <ac:picMkLst>
            <pc:docMk/>
            <pc:sldMk cId="1026118705" sldId="347"/>
            <ac:picMk id="1026" creationId="{14AB8F42-2E5A-8248-A2C1-217D6638EA92}"/>
          </ac:picMkLst>
        </pc:picChg>
        <pc:picChg chg="del">
          <ac:chgData name="Anjan Dutta" userId="6a045102-d5c6-4b38-ba4e-a701cd0a99e3" providerId="ADAL" clId="{B6D23F14-2912-3643-ACAF-3D9E5E4038D1}" dt="2022-01-08T10:29:34.272" v="666" actId="478"/>
          <ac:picMkLst>
            <pc:docMk/>
            <pc:sldMk cId="1026118705" sldId="347"/>
            <ac:picMk id="4098" creationId="{4DF4083A-1EB3-3B47-849F-5B020C412CB1}"/>
          </ac:picMkLst>
        </pc:picChg>
      </pc:sldChg>
      <pc:sldChg chg="modSp mod ord">
        <pc:chgData name="Anjan Dutta" userId="6a045102-d5c6-4b38-ba4e-a701cd0a99e3" providerId="ADAL" clId="{B6D23F14-2912-3643-ACAF-3D9E5E4038D1}" dt="2022-01-08T10:30:22.314" v="673" actId="20578"/>
        <pc:sldMkLst>
          <pc:docMk/>
          <pc:sldMk cId="3233070296" sldId="405"/>
        </pc:sldMkLst>
        <pc:spChg chg="mod">
          <ac:chgData name="Anjan Dutta" userId="6a045102-d5c6-4b38-ba4e-a701cd0a99e3" providerId="ADAL" clId="{B6D23F14-2912-3643-ACAF-3D9E5E4038D1}" dt="2022-01-08T10:28:23.627" v="664" actId="20577"/>
          <ac:spMkLst>
            <pc:docMk/>
            <pc:sldMk cId="3233070296" sldId="405"/>
            <ac:spMk id="3" creationId="{7024F8F2-830A-417F-BB72-05DDC7511FB9}"/>
          </ac:spMkLst>
        </pc:spChg>
      </pc:sldChg>
      <pc:sldChg chg="modSp mod">
        <pc:chgData name="Anjan Dutta" userId="6a045102-d5c6-4b38-ba4e-a701cd0a99e3" providerId="ADAL" clId="{B6D23F14-2912-3643-ACAF-3D9E5E4038D1}" dt="2022-01-08T10:26:36.428" v="556" actId="20577"/>
        <pc:sldMkLst>
          <pc:docMk/>
          <pc:sldMk cId="3005321831" sldId="834"/>
        </pc:sldMkLst>
        <pc:spChg chg="mod">
          <ac:chgData name="Anjan Dutta" userId="6a045102-d5c6-4b38-ba4e-a701cd0a99e3" providerId="ADAL" clId="{B6D23F14-2912-3643-ACAF-3D9E5E4038D1}" dt="2022-01-08T10:26:36.428" v="556" actId="20577"/>
          <ac:spMkLst>
            <pc:docMk/>
            <pc:sldMk cId="3005321831" sldId="834"/>
            <ac:spMk id="3" creationId="{15CCAC35-7BAC-EB44-9CCC-12FA2AFACB33}"/>
          </ac:spMkLst>
        </pc:spChg>
      </pc:sldChg>
      <pc:sldChg chg="addSp modSp new mod">
        <pc:chgData name="Anjan Dutta" userId="6a045102-d5c6-4b38-ba4e-a701cd0a99e3" providerId="ADAL" clId="{B6D23F14-2912-3643-ACAF-3D9E5E4038D1}" dt="2022-01-08T10:31:03.608" v="681" actId="20577"/>
        <pc:sldMkLst>
          <pc:docMk/>
          <pc:sldMk cId="553767626" sldId="835"/>
        </pc:sldMkLst>
        <pc:spChg chg="mod">
          <ac:chgData name="Anjan Dutta" userId="6a045102-d5c6-4b38-ba4e-a701cd0a99e3" providerId="ADAL" clId="{B6D23F14-2912-3643-ACAF-3D9E5E4038D1}" dt="2022-01-08T10:02:47.944" v="13" actId="20577"/>
          <ac:spMkLst>
            <pc:docMk/>
            <pc:sldMk cId="553767626" sldId="835"/>
            <ac:spMk id="2" creationId="{4F22D65F-B606-E74E-A85E-513DB24DA859}"/>
          </ac:spMkLst>
        </pc:spChg>
        <pc:spChg chg="mod">
          <ac:chgData name="Anjan Dutta" userId="6a045102-d5c6-4b38-ba4e-a701cd0a99e3" providerId="ADAL" clId="{B6D23F14-2912-3643-ACAF-3D9E5E4038D1}" dt="2022-01-08T10:31:03.608" v="681" actId="20577"/>
          <ac:spMkLst>
            <pc:docMk/>
            <pc:sldMk cId="553767626" sldId="835"/>
            <ac:spMk id="3" creationId="{FEC92D33-3CDB-8A48-8FF8-DFF2D85596C4}"/>
          </ac:spMkLst>
        </pc:spChg>
        <pc:picChg chg="add mod">
          <ac:chgData name="Anjan Dutta" userId="6a045102-d5c6-4b38-ba4e-a701cd0a99e3" providerId="ADAL" clId="{B6D23F14-2912-3643-ACAF-3D9E5E4038D1}" dt="2022-01-08T10:22:52.269" v="390" actId="1076"/>
          <ac:picMkLst>
            <pc:docMk/>
            <pc:sldMk cId="553767626" sldId="835"/>
            <ac:picMk id="6" creationId="{2ACFC585-C6B8-5943-ACD5-230E5EAF32BC}"/>
          </ac:picMkLst>
        </pc:picChg>
        <pc:picChg chg="add mod">
          <ac:chgData name="Anjan Dutta" userId="6a045102-d5c6-4b38-ba4e-a701cd0a99e3" providerId="ADAL" clId="{B6D23F14-2912-3643-ACAF-3D9E5E4038D1}" dt="2022-01-08T10:12:00.646" v="219" actId="571"/>
          <ac:picMkLst>
            <pc:docMk/>
            <pc:sldMk cId="553767626" sldId="835"/>
            <ac:picMk id="7" creationId="{ADA408E5-23A6-6343-8A99-239960B952BE}"/>
          </ac:picMkLst>
        </pc:picChg>
        <pc:picChg chg="add mod modCrop">
          <ac:chgData name="Anjan Dutta" userId="6a045102-d5c6-4b38-ba4e-a701cd0a99e3" providerId="ADAL" clId="{B6D23F14-2912-3643-ACAF-3D9E5E4038D1}" dt="2022-01-08T10:23:03.707" v="392" actId="1076"/>
          <ac:picMkLst>
            <pc:docMk/>
            <pc:sldMk cId="553767626" sldId="835"/>
            <ac:picMk id="9" creationId="{39D7BCFF-92C7-0749-BB23-0B2A9D7A3F3D}"/>
          </ac:picMkLst>
        </pc:picChg>
      </pc:sldChg>
      <pc:sldChg chg="modSp new mod ord">
        <pc:chgData name="Anjan Dutta" userId="6a045102-d5c6-4b38-ba4e-a701cd0a99e3" providerId="ADAL" clId="{B6D23F14-2912-3643-ACAF-3D9E5E4038D1}" dt="2022-01-08T10:40:19.988" v="1176" actId="20577"/>
        <pc:sldMkLst>
          <pc:docMk/>
          <pc:sldMk cId="1961260649" sldId="836"/>
        </pc:sldMkLst>
        <pc:spChg chg="mod">
          <ac:chgData name="Anjan Dutta" userId="6a045102-d5c6-4b38-ba4e-a701cd0a99e3" providerId="ADAL" clId="{B6D23F14-2912-3643-ACAF-3D9E5E4038D1}" dt="2022-01-08T10:31:25.114" v="694" actId="20577"/>
          <ac:spMkLst>
            <pc:docMk/>
            <pc:sldMk cId="1961260649" sldId="836"/>
            <ac:spMk id="2" creationId="{6256F7E1-EFD8-A44F-8868-035D881B99CE}"/>
          </ac:spMkLst>
        </pc:spChg>
        <pc:spChg chg="mod">
          <ac:chgData name="Anjan Dutta" userId="6a045102-d5c6-4b38-ba4e-a701cd0a99e3" providerId="ADAL" clId="{B6D23F14-2912-3643-ACAF-3D9E5E4038D1}" dt="2022-01-08T10:40:19.988" v="1176" actId="20577"/>
          <ac:spMkLst>
            <pc:docMk/>
            <pc:sldMk cId="1961260649" sldId="836"/>
            <ac:spMk id="3" creationId="{0516C4FB-A38F-C24B-9154-194E82F287C5}"/>
          </ac:spMkLst>
        </pc:spChg>
      </pc:sldChg>
      <pc:sldChg chg="addSp modSp new mod">
        <pc:chgData name="Anjan Dutta" userId="6a045102-d5c6-4b38-ba4e-a701cd0a99e3" providerId="ADAL" clId="{B6D23F14-2912-3643-ACAF-3D9E5E4038D1}" dt="2022-01-09T19:06:20.025" v="1380" actId="1036"/>
        <pc:sldMkLst>
          <pc:docMk/>
          <pc:sldMk cId="163734131" sldId="837"/>
        </pc:sldMkLst>
        <pc:spChg chg="mod">
          <ac:chgData name="Anjan Dutta" userId="6a045102-d5c6-4b38-ba4e-a701cd0a99e3" providerId="ADAL" clId="{B6D23F14-2912-3643-ACAF-3D9E5E4038D1}" dt="2022-01-09T19:02:58.095" v="1216" actId="20577"/>
          <ac:spMkLst>
            <pc:docMk/>
            <pc:sldMk cId="163734131" sldId="837"/>
            <ac:spMk id="2" creationId="{11A218A8-0F21-264D-AC61-A4C7804A2513}"/>
          </ac:spMkLst>
        </pc:spChg>
        <pc:spChg chg="mod">
          <ac:chgData name="Anjan Dutta" userId="6a045102-d5c6-4b38-ba4e-a701cd0a99e3" providerId="ADAL" clId="{B6D23F14-2912-3643-ACAF-3D9E5E4038D1}" dt="2022-01-09T19:04:12.010" v="1360" actId="20577"/>
          <ac:spMkLst>
            <pc:docMk/>
            <pc:sldMk cId="163734131" sldId="837"/>
            <ac:spMk id="3" creationId="{617E0578-9375-0146-B8CD-66A154A70AEB}"/>
          </ac:spMkLst>
        </pc:spChg>
        <pc:picChg chg="add mod">
          <ac:chgData name="Anjan Dutta" userId="6a045102-d5c6-4b38-ba4e-a701cd0a99e3" providerId="ADAL" clId="{B6D23F14-2912-3643-ACAF-3D9E5E4038D1}" dt="2022-01-09T19:06:20.025" v="1380" actId="1036"/>
          <ac:picMkLst>
            <pc:docMk/>
            <pc:sldMk cId="163734131" sldId="837"/>
            <ac:picMk id="5" creationId="{737346E4-1B5C-4F46-B306-E07EC59C93E4}"/>
          </ac:picMkLst>
        </pc:picChg>
      </pc:sldChg>
      <pc:sldMasterChg chg="modSldLayout">
        <pc:chgData name="Anjan Dutta" userId="6a045102-d5c6-4b38-ba4e-a701cd0a99e3" providerId="ADAL" clId="{B6D23F14-2912-3643-ACAF-3D9E5E4038D1}" dt="2022-01-08T10:00:44.972" v="3" actId="20577"/>
        <pc:sldMasterMkLst>
          <pc:docMk/>
          <pc:sldMasterMk cId="3837616848" sldId="2147483660"/>
        </pc:sldMasterMkLst>
        <pc:sldLayoutChg chg="modSp mod">
          <pc:chgData name="Anjan Dutta" userId="6a045102-d5c6-4b38-ba4e-a701cd0a99e3" providerId="ADAL" clId="{B6D23F14-2912-3643-ACAF-3D9E5E4038D1}" dt="2022-01-08T10:00:44.972" v="3" actId="20577"/>
          <pc:sldLayoutMkLst>
            <pc:docMk/>
            <pc:sldMasterMk cId="3837616848" sldId="2147483660"/>
            <pc:sldLayoutMk cId="1419202562" sldId="2147483662"/>
          </pc:sldLayoutMkLst>
          <pc:spChg chg="mod">
            <ac:chgData name="Anjan Dutta" userId="6a045102-d5c6-4b38-ba4e-a701cd0a99e3" providerId="ADAL" clId="{B6D23F14-2912-3643-ACAF-3D9E5E4038D1}" dt="2022-01-08T10:00:44.972" v="3" actId="20577"/>
            <ac:spMkLst>
              <pc:docMk/>
              <pc:sldMasterMk cId="3837616848" sldId="2147483660"/>
              <pc:sldLayoutMk cId="1419202562" sldId="2147483662"/>
              <ac:spMk id="25" creationId="{1E4B34D4-EE43-4ACD-B7C4-A823365A92B4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109F06-4E43-4CFA-AC9E-7DFF725026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D1DBF2-A62D-4B14-87F3-A3E8F74DE3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85792E-2217-4C7E-9CA3-EA592540BEC2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D1CBE-51FF-43E8-ADB9-0F4334F17C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9D1B6-8B5D-43A4-8F23-03373128AF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A5BB6-B902-4351-B36F-963BDE1B90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96636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0F622-EB19-4865-B33A-C991E2381C60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2936C0-B567-4D8E-A7E7-70FC089BEE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046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36C0-B567-4D8E-A7E7-70FC089BEE9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8068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36C0-B567-4D8E-A7E7-70FC089BEE9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3012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36C0-B567-4D8E-A7E7-70FC089BEE9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4113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565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7A071F01-F9D0-8E40-8363-CEEDA84862E1}"/>
              </a:ext>
            </a:extLst>
          </p:cNvPr>
          <p:cNvSpPr/>
          <p:nvPr userDrawn="1"/>
        </p:nvSpPr>
        <p:spPr>
          <a:xfrm>
            <a:off x="2" y="4986373"/>
            <a:ext cx="2499359" cy="157127"/>
          </a:xfrm>
          <a:custGeom>
            <a:avLst/>
            <a:gdLst/>
            <a:ahLst/>
            <a:cxnLst/>
            <a:rect l="l" t="t" r="r" b="b"/>
            <a:pathLst>
              <a:path w="1152525" h="109854">
                <a:moveTo>
                  <a:pt x="0" y="109651"/>
                </a:moveTo>
                <a:lnTo>
                  <a:pt x="1152027" y="109651"/>
                </a:lnTo>
                <a:lnTo>
                  <a:pt x="1152027" y="-2"/>
                </a:lnTo>
                <a:lnTo>
                  <a:pt x="0" y="-2"/>
                </a:lnTo>
                <a:lnTo>
                  <a:pt x="0" y="109651"/>
                </a:lnTo>
                <a:close/>
              </a:path>
            </a:pathLst>
          </a:custGeom>
          <a:solidFill>
            <a:srgbClr val="4B59C3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01F2DCD2-A010-0944-8091-7BF5435CCFBA}"/>
              </a:ext>
            </a:extLst>
          </p:cNvPr>
          <p:cNvSpPr/>
          <p:nvPr userDrawn="1"/>
        </p:nvSpPr>
        <p:spPr>
          <a:xfrm>
            <a:off x="2499360" y="4986370"/>
            <a:ext cx="4145280" cy="157130"/>
          </a:xfrm>
          <a:custGeom>
            <a:avLst/>
            <a:gdLst/>
            <a:ahLst/>
            <a:cxnLst/>
            <a:rect l="l" t="t" r="r" b="b"/>
            <a:pathLst>
              <a:path w="2304415" h="109854">
                <a:moveTo>
                  <a:pt x="0" y="109653"/>
                </a:moveTo>
                <a:lnTo>
                  <a:pt x="2304042" y="109653"/>
                </a:lnTo>
                <a:lnTo>
                  <a:pt x="2304042" y="0"/>
                </a:lnTo>
                <a:lnTo>
                  <a:pt x="0" y="0"/>
                </a:lnTo>
                <a:lnTo>
                  <a:pt x="0" y="109653"/>
                </a:lnTo>
                <a:close/>
              </a:path>
            </a:pathLst>
          </a:custGeom>
          <a:solidFill>
            <a:srgbClr val="8790D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CB9FB3AC-F26D-F84F-BE3D-6F07CA659275}"/>
              </a:ext>
            </a:extLst>
          </p:cNvPr>
          <p:cNvSpPr/>
          <p:nvPr userDrawn="1"/>
        </p:nvSpPr>
        <p:spPr>
          <a:xfrm>
            <a:off x="6644640" y="4986370"/>
            <a:ext cx="2499362" cy="157130"/>
          </a:xfrm>
          <a:custGeom>
            <a:avLst/>
            <a:gdLst/>
            <a:ahLst/>
            <a:cxnLst/>
            <a:rect l="l" t="t" r="r" b="b"/>
            <a:pathLst>
              <a:path w="1152525" h="109854">
                <a:moveTo>
                  <a:pt x="0" y="109653"/>
                </a:moveTo>
                <a:lnTo>
                  <a:pt x="1152027" y="109653"/>
                </a:lnTo>
                <a:lnTo>
                  <a:pt x="1152027" y="0"/>
                </a:lnTo>
                <a:lnTo>
                  <a:pt x="0" y="0"/>
                </a:lnTo>
                <a:lnTo>
                  <a:pt x="0" y="109653"/>
                </a:lnTo>
                <a:close/>
              </a:path>
            </a:pathLst>
          </a:custGeom>
          <a:solidFill>
            <a:srgbClr val="AFB5E4"/>
          </a:solidFill>
        </p:spPr>
        <p:txBody>
          <a:bodyPr wrap="square" lIns="0" tIns="0" rIns="0" bIns="0" rtlCol="0"/>
          <a:lstStyle/>
          <a:p>
            <a:endParaRPr sz="135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DDAC5C9-4AEB-0143-9162-4047FCDCB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1" y="86497"/>
            <a:ext cx="8588581" cy="364525"/>
          </a:xfrm>
        </p:spPr>
        <p:txBody>
          <a:bodyPr>
            <a:normAutofit/>
          </a:bodyPr>
          <a:lstStyle>
            <a:lvl1pPr>
              <a:defRPr sz="2100">
                <a:solidFill>
                  <a:srgbClr val="3847BC"/>
                </a:solidFill>
                <a:latin typeface="Gill Sans MT" panose="020B05020201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C074F9B-3FB5-234B-8882-5A36AD384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081" y="673443"/>
            <a:ext cx="8344930" cy="4136105"/>
          </a:xfrm>
        </p:spPr>
        <p:txBody>
          <a:bodyPr/>
          <a:lstStyle>
            <a:lvl1pPr marL="171450" indent="-171450">
              <a:buClr>
                <a:srgbClr val="3847BC"/>
              </a:buClr>
              <a:buFont typeface="Arial" panose="020B0604020202020204" pitchFamily="34" charset="0"/>
              <a:buChar char="•"/>
              <a:defRPr/>
            </a:lvl1pPr>
            <a:lvl2pPr marL="514350" indent="-171450">
              <a:buClr>
                <a:srgbClr val="3B47BF"/>
              </a:buClr>
              <a:buFont typeface="Arial" panose="020B0604020202020204" pitchFamily="34" charset="0"/>
              <a:buChar char="•"/>
              <a:defRPr/>
            </a:lvl2pPr>
            <a:lvl3pPr marL="857250" indent="-171450">
              <a:buClr>
                <a:srgbClr val="3B47BF"/>
              </a:buClr>
              <a:buFont typeface="Arial" panose="020B0604020202020204" pitchFamily="34" charset="0"/>
              <a:buChar char="•"/>
              <a:defRPr/>
            </a:lvl3pPr>
            <a:lvl4pPr marL="1200150" indent="-171450">
              <a:buClr>
                <a:srgbClr val="3B47BF"/>
              </a:buClr>
              <a:buFont typeface="Arial" panose="020B0604020202020204" pitchFamily="34" charset="0"/>
              <a:buChar char="•"/>
              <a:defRPr/>
            </a:lvl4pPr>
            <a:lvl5pPr marL="1543050" indent="-171450">
              <a:buClr>
                <a:srgbClr val="3B47BF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C4AD26D4-76DB-9341-9B85-1AF29C09697A}"/>
              </a:ext>
            </a:extLst>
          </p:cNvPr>
          <p:cNvSpPr/>
          <p:nvPr userDrawn="1"/>
        </p:nvSpPr>
        <p:spPr>
          <a:xfrm>
            <a:off x="288001" y="513000"/>
            <a:ext cx="8588581" cy="114845"/>
          </a:xfrm>
          <a:custGeom>
            <a:avLst/>
            <a:gdLst/>
            <a:ahLst/>
            <a:cxnLst/>
            <a:rect l="l" t="t" r="r" b="b"/>
            <a:pathLst>
              <a:path w="4331335">
                <a:moveTo>
                  <a:pt x="0" y="0"/>
                </a:moveTo>
                <a:lnTo>
                  <a:pt x="4330903" y="0"/>
                </a:lnTo>
              </a:path>
            </a:pathLst>
          </a:custGeom>
          <a:ln w="9525">
            <a:solidFill>
              <a:srgbClr val="3847BC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B0148898-2DFE-D34A-AAE3-5941D51D2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7790" y="4986370"/>
            <a:ext cx="526210" cy="157130"/>
          </a:xfrm>
        </p:spPr>
        <p:txBody>
          <a:bodyPr anchor="ctr"/>
          <a:lstStyle>
            <a:lvl1pPr>
              <a:defRPr>
                <a:solidFill>
                  <a:srgbClr val="3B47BF"/>
                </a:solidFill>
                <a:latin typeface="Gill Sans MT" panose="020B0502020104020203" pitchFamily="34" charset="0"/>
              </a:defRPr>
            </a:lvl1pPr>
          </a:lstStyle>
          <a:p>
            <a:r>
              <a:rPr lang="en-GB"/>
              <a:t>(</a:t>
            </a:r>
            <a:fld id="{E31470B6-6436-4762-8E56-FBA86F91B0AB}" type="slidenum">
              <a:rPr lang="en-GB" smtClean="0"/>
              <a:pPr/>
              <a:t>‹#›</a:t>
            </a:fld>
            <a:r>
              <a:rPr lang="en-GB"/>
              <a:t>)</a:t>
            </a:r>
            <a:endParaRPr lang="en-GB" dirty="0"/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E4915E66-E636-254D-ADCB-740C589063BC}"/>
              </a:ext>
            </a:extLst>
          </p:cNvPr>
          <p:cNvSpPr txBox="1">
            <a:spLocks/>
          </p:cNvSpPr>
          <p:nvPr userDrawn="1"/>
        </p:nvSpPr>
        <p:spPr>
          <a:xfrm>
            <a:off x="1" y="4986370"/>
            <a:ext cx="2499357" cy="15713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00" dirty="0" err="1"/>
              <a:t>Anjan</a:t>
            </a:r>
            <a:r>
              <a:rPr lang="en-GB" sz="900" dirty="0"/>
              <a:t> Dutta</a:t>
            </a:r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AC0FCB2A-3424-924B-B545-A29361F91210}"/>
              </a:ext>
            </a:extLst>
          </p:cNvPr>
          <p:cNvSpPr txBox="1">
            <a:spLocks/>
          </p:cNvSpPr>
          <p:nvPr userDrawn="1"/>
        </p:nvSpPr>
        <p:spPr>
          <a:xfrm>
            <a:off x="2499357" y="4986370"/>
            <a:ext cx="4145280" cy="15713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00" dirty="0"/>
              <a:t>Introduction</a:t>
            </a:r>
          </a:p>
        </p:txBody>
      </p:sp>
      <p:sp>
        <p:nvSpPr>
          <p:cNvPr id="16" name="Footer Placeholder 8">
            <a:extLst>
              <a:ext uri="{FF2B5EF4-FFF2-40B4-BE49-F238E27FC236}">
                <a16:creationId xmlns:a16="http://schemas.microsoft.com/office/drawing/2014/main" id="{C447FEBA-37D4-A149-A2A3-10B565835444}"/>
              </a:ext>
            </a:extLst>
          </p:cNvPr>
          <p:cNvSpPr txBox="1">
            <a:spLocks/>
          </p:cNvSpPr>
          <p:nvPr userDrawn="1"/>
        </p:nvSpPr>
        <p:spPr>
          <a:xfrm>
            <a:off x="6644638" y="4986370"/>
            <a:ext cx="1973149" cy="15713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00" dirty="0">
                <a:solidFill>
                  <a:srgbClr val="3B47BF"/>
                </a:solidFill>
              </a:rPr>
              <a:t>Spring Term 2022</a:t>
            </a:r>
          </a:p>
        </p:txBody>
      </p:sp>
    </p:spTree>
    <p:extLst>
      <p:ext uri="{BB962C8B-B14F-4D97-AF65-F5344CB8AC3E}">
        <p14:creationId xmlns:p14="http://schemas.microsoft.com/office/powerpoint/2010/main" val="28648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33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70B6-6436-4762-8E56-FBA86F91B0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884997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70B6-6436-4762-8E56-FBA86F91B0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56539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70B6-6436-4762-8E56-FBA86F91B0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165333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70B6-6436-4762-8E56-FBA86F91B0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236210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70B6-6436-4762-8E56-FBA86F91B0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334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70B6-6436-4762-8E56-FBA86F91B0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051997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70B6-6436-4762-8E56-FBA86F91B0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525242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70B6-6436-4762-8E56-FBA86F91B0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1450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6">
            <a:extLst>
              <a:ext uri="{FF2B5EF4-FFF2-40B4-BE49-F238E27FC236}">
                <a16:creationId xmlns:a16="http://schemas.microsoft.com/office/drawing/2014/main" id="{E2D8ABE1-EF5F-4513-8D1F-383B8ADCEECC}"/>
              </a:ext>
            </a:extLst>
          </p:cNvPr>
          <p:cNvSpPr/>
          <p:nvPr userDrawn="1"/>
        </p:nvSpPr>
        <p:spPr>
          <a:xfrm>
            <a:off x="2" y="4986373"/>
            <a:ext cx="2499359" cy="157127"/>
          </a:xfrm>
          <a:custGeom>
            <a:avLst/>
            <a:gdLst/>
            <a:ahLst/>
            <a:cxnLst/>
            <a:rect l="l" t="t" r="r" b="b"/>
            <a:pathLst>
              <a:path w="1152525" h="109854">
                <a:moveTo>
                  <a:pt x="0" y="109651"/>
                </a:moveTo>
                <a:lnTo>
                  <a:pt x="1152027" y="109651"/>
                </a:lnTo>
                <a:lnTo>
                  <a:pt x="1152027" y="-2"/>
                </a:lnTo>
                <a:lnTo>
                  <a:pt x="0" y="-2"/>
                </a:lnTo>
                <a:lnTo>
                  <a:pt x="0" y="109651"/>
                </a:lnTo>
                <a:close/>
              </a:path>
            </a:pathLst>
          </a:custGeom>
          <a:solidFill>
            <a:srgbClr val="4B59C3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1" name="object 7">
            <a:extLst>
              <a:ext uri="{FF2B5EF4-FFF2-40B4-BE49-F238E27FC236}">
                <a16:creationId xmlns:a16="http://schemas.microsoft.com/office/drawing/2014/main" id="{DDFF6DB6-73B5-46DF-BF25-75B8C51EFC91}"/>
              </a:ext>
            </a:extLst>
          </p:cNvPr>
          <p:cNvSpPr/>
          <p:nvPr userDrawn="1"/>
        </p:nvSpPr>
        <p:spPr>
          <a:xfrm>
            <a:off x="2499360" y="4986370"/>
            <a:ext cx="4145280" cy="157130"/>
          </a:xfrm>
          <a:custGeom>
            <a:avLst/>
            <a:gdLst/>
            <a:ahLst/>
            <a:cxnLst/>
            <a:rect l="l" t="t" r="r" b="b"/>
            <a:pathLst>
              <a:path w="2304415" h="109854">
                <a:moveTo>
                  <a:pt x="0" y="109653"/>
                </a:moveTo>
                <a:lnTo>
                  <a:pt x="2304042" y="109653"/>
                </a:lnTo>
                <a:lnTo>
                  <a:pt x="2304042" y="0"/>
                </a:lnTo>
                <a:lnTo>
                  <a:pt x="0" y="0"/>
                </a:lnTo>
                <a:lnTo>
                  <a:pt x="0" y="109653"/>
                </a:lnTo>
                <a:close/>
              </a:path>
            </a:pathLst>
          </a:custGeom>
          <a:solidFill>
            <a:srgbClr val="8790D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AA93CB12-4DA0-44C3-9D6E-0955CBDA9BAE}"/>
              </a:ext>
            </a:extLst>
          </p:cNvPr>
          <p:cNvSpPr/>
          <p:nvPr userDrawn="1"/>
        </p:nvSpPr>
        <p:spPr>
          <a:xfrm>
            <a:off x="6644640" y="4986370"/>
            <a:ext cx="2499362" cy="157130"/>
          </a:xfrm>
          <a:custGeom>
            <a:avLst/>
            <a:gdLst/>
            <a:ahLst/>
            <a:cxnLst/>
            <a:rect l="l" t="t" r="r" b="b"/>
            <a:pathLst>
              <a:path w="1152525" h="109854">
                <a:moveTo>
                  <a:pt x="0" y="109653"/>
                </a:moveTo>
                <a:lnTo>
                  <a:pt x="1152027" y="109653"/>
                </a:lnTo>
                <a:lnTo>
                  <a:pt x="1152027" y="0"/>
                </a:lnTo>
                <a:lnTo>
                  <a:pt x="0" y="0"/>
                </a:lnTo>
                <a:lnTo>
                  <a:pt x="0" y="109653"/>
                </a:lnTo>
                <a:close/>
              </a:path>
            </a:pathLst>
          </a:custGeom>
          <a:solidFill>
            <a:srgbClr val="AFB5E4"/>
          </a:solidFill>
        </p:spPr>
        <p:txBody>
          <a:bodyPr wrap="square" lIns="0" tIns="0" rIns="0" bIns="0" rtlCol="0"/>
          <a:lstStyle/>
          <a:p>
            <a:endParaRPr sz="135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288001" y="86497"/>
            <a:ext cx="8588581" cy="364525"/>
          </a:xfrm>
        </p:spPr>
        <p:txBody>
          <a:bodyPr>
            <a:normAutofit/>
          </a:bodyPr>
          <a:lstStyle>
            <a:lvl1pPr>
              <a:defRPr sz="2100">
                <a:solidFill>
                  <a:srgbClr val="3847BC"/>
                </a:solidFill>
                <a:latin typeface="Gill Sans MT" panose="020B05020201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53081" y="673443"/>
            <a:ext cx="8344930" cy="4136105"/>
          </a:xfrm>
        </p:spPr>
        <p:txBody>
          <a:bodyPr/>
          <a:lstStyle>
            <a:lvl1pPr marL="171450" indent="-171450">
              <a:buClr>
                <a:srgbClr val="3847BC"/>
              </a:buClr>
              <a:buFont typeface="Arial" panose="020B0604020202020204" pitchFamily="34" charset="0"/>
              <a:buChar char="•"/>
              <a:defRPr/>
            </a:lvl1pPr>
            <a:lvl2pPr marL="514350" indent="-171450">
              <a:buClr>
                <a:srgbClr val="3B47BF"/>
              </a:buClr>
              <a:buFont typeface="Arial" panose="020B0604020202020204" pitchFamily="34" charset="0"/>
              <a:buChar char="•"/>
              <a:defRPr/>
            </a:lvl2pPr>
            <a:lvl3pPr marL="857250" indent="-171450">
              <a:buClr>
                <a:srgbClr val="3B47BF"/>
              </a:buClr>
              <a:buFont typeface="Arial" panose="020B0604020202020204" pitchFamily="34" charset="0"/>
              <a:buChar char="•"/>
              <a:defRPr/>
            </a:lvl3pPr>
            <a:lvl4pPr marL="1200150" indent="-171450">
              <a:buClr>
                <a:srgbClr val="3B47BF"/>
              </a:buClr>
              <a:buFont typeface="Arial" panose="020B0604020202020204" pitchFamily="34" charset="0"/>
              <a:buChar char="•"/>
              <a:defRPr/>
            </a:lvl4pPr>
            <a:lvl5pPr marL="1543050" indent="-171450">
              <a:buClr>
                <a:srgbClr val="3B47BF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582818C9-0C1B-48F0-A3DD-2620D48DA464}"/>
              </a:ext>
            </a:extLst>
          </p:cNvPr>
          <p:cNvSpPr/>
          <p:nvPr userDrawn="1"/>
        </p:nvSpPr>
        <p:spPr>
          <a:xfrm>
            <a:off x="288001" y="513000"/>
            <a:ext cx="8588581" cy="114845"/>
          </a:xfrm>
          <a:custGeom>
            <a:avLst/>
            <a:gdLst/>
            <a:ahLst/>
            <a:cxnLst/>
            <a:rect l="l" t="t" r="r" b="b"/>
            <a:pathLst>
              <a:path w="4331335">
                <a:moveTo>
                  <a:pt x="0" y="0"/>
                </a:moveTo>
                <a:lnTo>
                  <a:pt x="4330903" y="0"/>
                </a:lnTo>
              </a:path>
            </a:pathLst>
          </a:custGeom>
          <a:ln w="9525">
            <a:solidFill>
              <a:srgbClr val="3847BC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6A6117D-4A5B-4BFB-8FBD-E79B3396E2E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617790" y="4986370"/>
            <a:ext cx="526210" cy="157130"/>
          </a:xfrm>
        </p:spPr>
        <p:txBody>
          <a:bodyPr anchor="ctr"/>
          <a:lstStyle>
            <a:lvl1pPr>
              <a:defRPr>
                <a:solidFill>
                  <a:srgbClr val="3B47BF"/>
                </a:solidFill>
                <a:latin typeface="Gill Sans MT" panose="020B0502020104020203" pitchFamily="34" charset="0"/>
              </a:defRPr>
            </a:lvl1pPr>
          </a:lstStyle>
          <a:p>
            <a:r>
              <a:rPr lang="en-GB" dirty="0"/>
              <a:t>(</a:t>
            </a:r>
            <a:fld id="{E31470B6-6436-4762-8E56-FBA86F91B0AB}" type="slidenum">
              <a:rPr lang="en-GB" smtClean="0"/>
              <a:pPr/>
              <a:t>‹#›</a:t>
            </a:fld>
            <a:r>
              <a:rPr lang="en-GB" dirty="0"/>
              <a:t>)</a:t>
            </a:r>
          </a:p>
        </p:txBody>
      </p:sp>
      <p:sp>
        <p:nvSpPr>
          <p:cNvPr id="23" name="Footer Placeholder 8">
            <a:extLst>
              <a:ext uri="{FF2B5EF4-FFF2-40B4-BE49-F238E27FC236}">
                <a16:creationId xmlns:a16="http://schemas.microsoft.com/office/drawing/2014/main" id="{EF88DF0D-DDD2-4517-AFA5-0692F1D0A839}"/>
              </a:ext>
            </a:extLst>
          </p:cNvPr>
          <p:cNvSpPr txBox="1">
            <a:spLocks/>
          </p:cNvSpPr>
          <p:nvPr userDrawn="1"/>
        </p:nvSpPr>
        <p:spPr>
          <a:xfrm>
            <a:off x="1" y="4986370"/>
            <a:ext cx="2499357" cy="15713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00" dirty="0"/>
              <a:t>Sareh Rowlands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D368D2EA-90C2-4B4D-A4AD-2A624F020ED0}"/>
              </a:ext>
            </a:extLst>
          </p:cNvPr>
          <p:cNvSpPr txBox="1">
            <a:spLocks/>
          </p:cNvSpPr>
          <p:nvPr userDrawn="1"/>
        </p:nvSpPr>
        <p:spPr>
          <a:xfrm>
            <a:off x="2499357" y="4986370"/>
            <a:ext cx="4145280" cy="15713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00" dirty="0"/>
              <a:t>Introduction</a:t>
            </a:r>
          </a:p>
        </p:txBody>
      </p:sp>
      <p:sp>
        <p:nvSpPr>
          <p:cNvPr id="25" name="Footer Placeholder 8">
            <a:extLst>
              <a:ext uri="{FF2B5EF4-FFF2-40B4-BE49-F238E27FC236}">
                <a16:creationId xmlns:a16="http://schemas.microsoft.com/office/drawing/2014/main" id="{1E4B34D4-EE43-4ACD-B7C4-A823365A92B4}"/>
              </a:ext>
            </a:extLst>
          </p:cNvPr>
          <p:cNvSpPr txBox="1">
            <a:spLocks/>
          </p:cNvSpPr>
          <p:nvPr userDrawn="1"/>
        </p:nvSpPr>
        <p:spPr>
          <a:xfrm>
            <a:off x="6644638" y="4986370"/>
            <a:ext cx="1973149" cy="15713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00" dirty="0">
                <a:solidFill>
                  <a:srgbClr val="3B47BF"/>
                </a:solidFill>
              </a:rPr>
              <a:t>Spring Term</a:t>
            </a:r>
          </a:p>
        </p:txBody>
      </p:sp>
    </p:spTree>
    <p:extLst>
      <p:ext uri="{BB962C8B-B14F-4D97-AF65-F5344CB8AC3E}">
        <p14:creationId xmlns:p14="http://schemas.microsoft.com/office/powerpoint/2010/main" val="1645855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3"/>
            <a:ext cx="7772400" cy="1467088"/>
          </a:xfrm>
        </p:spPr>
        <p:txBody>
          <a:bodyPr anchor="t">
            <a:normAutofit/>
          </a:bodyPr>
          <a:lstStyle>
            <a:lvl1pPr algn="ctr">
              <a:defRPr sz="2100">
                <a:solidFill>
                  <a:srgbClr val="3847BC"/>
                </a:solidFill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468880"/>
            <a:ext cx="6858000" cy="2484120"/>
          </a:xfrm>
        </p:spPr>
        <p:txBody>
          <a:bodyPr/>
          <a:lstStyle>
            <a:lvl1pPr marL="0" indent="0" algn="ctr">
              <a:buNone/>
              <a:defRPr sz="1800"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95849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470B6-6436-4762-8E56-FBA86F91B0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957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61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12E72-DF68-4FB5-B308-4C752DDFA6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>
                <a:solidFill>
                  <a:srgbClr val="3847BC"/>
                </a:solidFill>
                <a:latin typeface="Gill Sans MT" panose="020B0502020104020203" pitchFamily="34" charset="77"/>
              </a:rPr>
              <a:t>Welcome</a:t>
            </a:r>
            <a:br>
              <a:rPr lang="en-GB" sz="2800" dirty="0">
                <a:solidFill>
                  <a:srgbClr val="3847BC"/>
                </a:solidFill>
                <a:latin typeface="Gill Sans MT" panose="020B0502020104020203" pitchFamily="34" charset="77"/>
              </a:rPr>
            </a:br>
            <a:r>
              <a:rPr lang="en-GB" sz="2800" dirty="0">
                <a:solidFill>
                  <a:srgbClr val="3847BC"/>
                </a:solidFill>
                <a:latin typeface="Gill Sans MT" panose="020B0502020104020203" pitchFamily="34" charset="77"/>
              </a:rPr>
              <a:t>COM3024 &amp; ECMM426: Computer 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5A108D-EADA-455B-9755-26BAA1BFE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2120564"/>
          </a:xfrm>
        </p:spPr>
        <p:txBody>
          <a:bodyPr>
            <a:noAutofit/>
          </a:bodyPr>
          <a:lstStyle/>
          <a:p>
            <a:r>
              <a:rPr lang="en-GB" sz="2400" dirty="0"/>
              <a:t>Sareh Rowlands</a:t>
            </a:r>
          </a:p>
          <a:p>
            <a:r>
              <a:rPr lang="en-GB" sz="2400" dirty="0"/>
              <a:t>Department of Computer Science</a:t>
            </a:r>
          </a:p>
          <a:p>
            <a:r>
              <a:rPr lang="en-GB" sz="2400" dirty="0"/>
              <a:t>University of Exeter</a:t>
            </a:r>
          </a:p>
        </p:txBody>
      </p:sp>
    </p:spTree>
    <p:extLst>
      <p:ext uri="{BB962C8B-B14F-4D97-AF65-F5344CB8AC3E}">
        <p14:creationId xmlns:p14="http://schemas.microsoft.com/office/powerpoint/2010/main" val="1100292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2D65F-B606-E74E-A85E-513DB24D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Staff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92D33-3CDB-8A48-8FF8-DFF2D8559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Lecturer</a:t>
            </a:r>
          </a:p>
          <a:p>
            <a:pPr lvl="1"/>
            <a:r>
              <a:rPr lang="en-GB" dirty="0"/>
              <a:t>Dr Sareh Rowlands</a:t>
            </a:r>
          </a:p>
          <a:p>
            <a:pPr lvl="2"/>
            <a:r>
              <a:rPr lang="en-GB" dirty="0" err="1"/>
              <a:t>S.rowlands@exeter.ac.uk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r>
              <a:rPr lang="en-GB" dirty="0"/>
              <a:t>Postgraduate Teaching Assistant</a:t>
            </a:r>
          </a:p>
          <a:p>
            <a:pPr lvl="1"/>
            <a:r>
              <a:rPr lang="en-GB" dirty="0"/>
              <a:t>Mahsa Mohammadi</a:t>
            </a:r>
          </a:p>
          <a:p>
            <a:pPr lvl="2"/>
            <a:r>
              <a:rPr lang="en-GB" dirty="0"/>
              <a:t>mm1510@exeter.ac.uk</a:t>
            </a:r>
          </a:p>
          <a:p>
            <a:pPr lvl="1"/>
            <a:r>
              <a:rPr lang="en-AU" dirty="0"/>
              <a:t>Ashish Sundar</a:t>
            </a:r>
          </a:p>
          <a:p>
            <a:pPr lvl="2"/>
            <a:r>
              <a:rPr lang="en-AU" dirty="0"/>
              <a:t>as1748@exeter.ac.uk</a:t>
            </a:r>
          </a:p>
          <a:p>
            <a:pPr lvl="1"/>
            <a:r>
              <a:rPr lang="en-AU" dirty="0" err="1"/>
              <a:t>Desong</a:t>
            </a:r>
            <a:r>
              <a:rPr lang="en-AU" dirty="0"/>
              <a:t> Zhang</a:t>
            </a:r>
          </a:p>
          <a:p>
            <a:pPr lvl="2">
              <a:lnSpc>
                <a:spcPct val="100000"/>
              </a:lnSpc>
            </a:pPr>
            <a:r>
              <a:rPr lang="en-GB"/>
              <a:t>dz288@exeter.ac.uk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A0341-1DEB-9043-8D26-8BC63419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(</a:t>
            </a:r>
            <a:fld id="{E31470B6-6436-4762-8E56-FBA86F91B0AB}" type="slidenum">
              <a:rPr lang="en-GB" smtClean="0"/>
              <a:pPr/>
              <a:t>2</a:t>
            </a:fld>
            <a:r>
              <a:rPr lang="en-GB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3767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3FCE1-89DD-4851-8194-5F40E9FDC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Topics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4F8F2-830A-417F-BB72-05DDC7511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Image Processing</a:t>
            </a:r>
          </a:p>
          <a:p>
            <a:r>
              <a:rPr lang="en-GB" dirty="0"/>
              <a:t>Image processing, Linear and Non-linear filtering</a:t>
            </a:r>
          </a:p>
          <a:p>
            <a:r>
              <a:rPr lang="en-GB" dirty="0"/>
              <a:t>Feature Extraction (edges/corners/blobs/ridges..)</a:t>
            </a:r>
          </a:p>
          <a:p>
            <a:r>
              <a:rPr lang="en-GB" dirty="0"/>
              <a:t>{Texture, Motion, Colour, Shading} Analysis</a:t>
            </a:r>
          </a:p>
          <a:p>
            <a:pPr marL="0" indent="0">
              <a:buNone/>
            </a:pPr>
            <a:r>
              <a:rPr lang="en-GB" dirty="0"/>
              <a:t>Deep Learning</a:t>
            </a:r>
          </a:p>
          <a:p>
            <a:r>
              <a:rPr lang="en-GB" dirty="0"/>
              <a:t>Linear Classifiers, Optimisation</a:t>
            </a:r>
          </a:p>
          <a:p>
            <a:r>
              <a:rPr lang="en-GB" dirty="0"/>
              <a:t>Neural Networks, Backpropagation</a:t>
            </a:r>
          </a:p>
          <a:p>
            <a:r>
              <a:rPr lang="en-GB" dirty="0"/>
              <a:t>CNN, </a:t>
            </a:r>
            <a:r>
              <a:rPr lang="en-GB"/>
              <a:t>Recurrent Networks</a:t>
            </a:r>
            <a:endParaRPr lang="en-GB" dirty="0"/>
          </a:p>
          <a:p>
            <a:r>
              <a:rPr lang="en-GB" dirty="0"/>
              <a:t>Object Recognition, Detection</a:t>
            </a:r>
          </a:p>
          <a:p>
            <a:r>
              <a:rPr lang="en-GB" dirty="0"/>
              <a:t>Semantic and Instance Segmentation</a:t>
            </a:r>
          </a:p>
          <a:p>
            <a:r>
              <a:rPr lang="en-GB" dirty="0"/>
              <a:t>Videos and Action Recognition</a:t>
            </a:r>
          </a:p>
          <a:p>
            <a:r>
              <a:rPr lang="en-GB" dirty="0"/>
              <a:t>Low-shot and Unsupervised Learning</a:t>
            </a:r>
          </a:p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A0F8B-978F-6742-94A3-A4F632842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(</a:t>
            </a:r>
            <a:fld id="{E31470B6-6436-4762-8E56-FBA86F91B0AB}" type="slidenum">
              <a:rPr lang="en-GB" smtClean="0"/>
              <a:pPr/>
              <a:t>3</a:t>
            </a:fld>
            <a:r>
              <a:rPr lang="en-GB"/>
              <a:t>)</a:t>
            </a:r>
            <a:endParaRPr lang="en-GB" dirty="0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D6FDFF65-552F-C741-8640-BB57B1267EA2}"/>
              </a:ext>
            </a:extLst>
          </p:cNvPr>
          <p:cNvSpPr/>
          <p:nvPr/>
        </p:nvSpPr>
        <p:spPr>
          <a:xfrm>
            <a:off x="6358599" y="979076"/>
            <a:ext cx="176550" cy="837028"/>
          </a:xfrm>
          <a:prstGeom prst="rightBrace">
            <a:avLst/>
          </a:prstGeom>
          <a:ln w="12700">
            <a:solidFill>
              <a:srgbClr val="3847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87B6CEF1-CE62-0C47-B544-6D198492E894}"/>
              </a:ext>
            </a:extLst>
          </p:cNvPr>
          <p:cNvSpPr/>
          <p:nvPr/>
        </p:nvSpPr>
        <p:spPr>
          <a:xfrm>
            <a:off x="6358599" y="2121736"/>
            <a:ext cx="176550" cy="1193919"/>
          </a:xfrm>
          <a:prstGeom prst="rightBrace">
            <a:avLst/>
          </a:prstGeom>
          <a:ln w="12700">
            <a:solidFill>
              <a:srgbClr val="3847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C606442D-559F-554E-8156-D115509E69EE}"/>
              </a:ext>
            </a:extLst>
          </p:cNvPr>
          <p:cNvSpPr/>
          <p:nvPr/>
        </p:nvSpPr>
        <p:spPr>
          <a:xfrm>
            <a:off x="6358599" y="3417477"/>
            <a:ext cx="176550" cy="1140456"/>
          </a:xfrm>
          <a:prstGeom prst="rightBrace">
            <a:avLst/>
          </a:prstGeom>
          <a:ln w="12700">
            <a:solidFill>
              <a:srgbClr val="3847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7028A2-976D-514A-A339-F2C91AAF87B5}"/>
              </a:ext>
            </a:extLst>
          </p:cNvPr>
          <p:cNvSpPr txBox="1"/>
          <p:nvPr/>
        </p:nvSpPr>
        <p:spPr>
          <a:xfrm>
            <a:off x="6661054" y="1212924"/>
            <a:ext cx="1048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 weeks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6130F0-59F3-994C-AA4F-6D7EA5EF5C62}"/>
              </a:ext>
            </a:extLst>
          </p:cNvPr>
          <p:cNvSpPr txBox="1"/>
          <p:nvPr/>
        </p:nvSpPr>
        <p:spPr>
          <a:xfrm>
            <a:off x="6661054" y="2527754"/>
            <a:ext cx="1048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 weeks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23A75C-E0E4-8548-97D0-CCD0F4A39415}"/>
              </a:ext>
            </a:extLst>
          </p:cNvPr>
          <p:cNvSpPr txBox="1"/>
          <p:nvPr/>
        </p:nvSpPr>
        <p:spPr>
          <a:xfrm>
            <a:off x="6661054" y="3803039"/>
            <a:ext cx="1048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 weeks</a:t>
            </a:r>
          </a:p>
        </p:txBody>
      </p:sp>
    </p:spTree>
    <p:extLst>
      <p:ext uri="{BB962C8B-B14F-4D97-AF65-F5344CB8AC3E}">
        <p14:creationId xmlns:p14="http://schemas.microsoft.com/office/powerpoint/2010/main" val="3233070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21D92-7871-4A63-98E2-BFC4E2576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22E06-3B0E-434B-9A38-B8E8AD96B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55" y="2571750"/>
            <a:ext cx="7868450" cy="2207719"/>
          </a:xfrm>
        </p:spPr>
        <p:txBody>
          <a:bodyPr anchor="t">
            <a:normAutofit/>
          </a:bodyPr>
          <a:lstStyle/>
          <a:p>
            <a:r>
              <a:rPr lang="en-US" sz="1650" dirty="0"/>
              <a:t>Computer Vision: Algorithms and Applications (2</a:t>
            </a:r>
            <a:r>
              <a:rPr lang="en-US" sz="1650" baseline="30000" dirty="0"/>
              <a:t>nd</a:t>
            </a:r>
            <a:r>
              <a:rPr lang="en-US" sz="1650" dirty="0"/>
              <a:t> Ed), R. </a:t>
            </a:r>
            <a:r>
              <a:rPr lang="en-US" sz="1650" dirty="0" err="1"/>
              <a:t>Szeliski</a:t>
            </a:r>
            <a:endParaRPr lang="en-US" sz="1650" dirty="0"/>
          </a:p>
          <a:p>
            <a:r>
              <a:rPr lang="en-US" sz="1650" dirty="0"/>
              <a:t>Pattern Recognition and Machine Learning, C. M. Bishop</a:t>
            </a:r>
          </a:p>
          <a:p>
            <a:r>
              <a:rPr lang="en-US" sz="1650" dirty="0"/>
              <a:t>Deep Learning, I. Goodfellow, Y. </a:t>
            </a:r>
            <a:r>
              <a:rPr lang="en-US" sz="1650" dirty="0" err="1"/>
              <a:t>Bengio</a:t>
            </a:r>
            <a:r>
              <a:rPr lang="en-US" sz="1650" dirty="0"/>
              <a:t> and A. Courville</a:t>
            </a:r>
          </a:p>
          <a:p>
            <a:endParaRPr lang="en-US" sz="1650" dirty="0"/>
          </a:p>
          <a:p>
            <a:r>
              <a:rPr lang="en-US" sz="1650" dirty="0"/>
              <a:t>Computer Vision: A Modern Approach, D. Forsyth and J. Ponce</a:t>
            </a:r>
          </a:p>
          <a:p>
            <a:r>
              <a:rPr lang="en-US" sz="1650" dirty="0"/>
              <a:t>Pattern Classification and Scene Analysis, R.O. </a:t>
            </a:r>
            <a:r>
              <a:rPr lang="en-US" sz="1650" dirty="0" err="1"/>
              <a:t>Duda</a:t>
            </a:r>
            <a:r>
              <a:rPr lang="en-US" sz="1650" dirty="0"/>
              <a:t>, P.E. Hart and D.G. Stork</a:t>
            </a:r>
            <a:endParaRPr lang="en-GB" sz="1650" dirty="0">
              <a:solidFill>
                <a:srgbClr val="3B47B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37566-8782-2D4B-8487-DC089546C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(</a:t>
            </a:r>
            <a:fld id="{E31470B6-6436-4762-8E56-FBA86F91B0AB}" type="slidenum">
              <a:rPr lang="en-GB" smtClean="0"/>
              <a:pPr/>
              <a:t>4</a:t>
            </a:fld>
            <a:r>
              <a:rPr lang="en-GB"/>
              <a:t>)</a:t>
            </a:r>
            <a:endParaRPr lang="en-GB" dirty="0"/>
          </a:p>
        </p:txBody>
      </p:sp>
      <p:pic>
        <p:nvPicPr>
          <p:cNvPr id="4100" name="Picture 4" descr="Deep Learning (Adaptive Computation and Machine Learning Series ...">
            <a:extLst>
              <a:ext uri="{FF2B5EF4-FFF2-40B4-BE49-F238E27FC236}">
                <a16:creationId xmlns:a16="http://schemas.microsoft.com/office/drawing/2014/main" id="{469A8FAD-C472-234B-A373-8F2226496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537" y="600172"/>
            <a:ext cx="1235697" cy="162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omputer Vision: A Modern Approach: Computer Vision_2: Amazon.co ...">
            <a:extLst>
              <a:ext uri="{FF2B5EF4-FFF2-40B4-BE49-F238E27FC236}">
                <a16:creationId xmlns:a16="http://schemas.microsoft.com/office/drawing/2014/main" id="{C7746BCA-ABB1-C946-8F85-74DC7F256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663" y="599959"/>
            <a:ext cx="1307592" cy="1634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EF266CDF-3CB8-4046-991A-4ECBE179E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981" y="599959"/>
            <a:ext cx="1294361" cy="162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Pattern Recognition and Machine Learning (Information Science and ...">
            <a:extLst>
              <a:ext uri="{FF2B5EF4-FFF2-40B4-BE49-F238E27FC236}">
                <a16:creationId xmlns:a16="http://schemas.microsoft.com/office/drawing/2014/main" id="{437FAFC2-B20D-2245-9741-BADF4DE7E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0960" y="599959"/>
            <a:ext cx="1209977" cy="1634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omputer Vision: Algorithms and Applications (Texts in Computer Science):  Amazon.co.uk: Szeliski, Richard: 9783030343712: Books">
            <a:extLst>
              <a:ext uri="{FF2B5EF4-FFF2-40B4-BE49-F238E27FC236}">
                <a16:creationId xmlns:a16="http://schemas.microsoft.com/office/drawing/2014/main" id="{14AB8F42-2E5A-8248-A2C1-217D6638E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114" y="600172"/>
            <a:ext cx="1235697" cy="1638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118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F7E1-EFD8-A44F-8868-035D881B9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Organisation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6C4FB-A38F-C24B-9154-194E82F28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Lectures</a:t>
            </a:r>
          </a:p>
          <a:p>
            <a:pPr lvl="1"/>
            <a:r>
              <a:rPr lang="en-GB" dirty="0"/>
              <a:t>Monday at 14:35h at </a:t>
            </a:r>
            <a:r>
              <a:rPr lang="en-GB" b="0" i="0" dirty="0">
                <a:solidFill>
                  <a:srgbClr val="242424"/>
                </a:solidFill>
                <a:effectLst/>
                <a:latin typeface="-apple-system"/>
              </a:rPr>
              <a:t>Parker Moot Room LT /Amory</a:t>
            </a:r>
          </a:p>
          <a:p>
            <a:pPr lvl="1"/>
            <a:r>
              <a:rPr lang="en-GB" dirty="0">
                <a:solidFill>
                  <a:srgbClr val="242424"/>
                </a:solidFill>
                <a:latin typeface="-apple-system"/>
              </a:rPr>
              <a:t>Friday at 11:35h at LT A/Streatham Court</a:t>
            </a:r>
            <a:endParaRPr lang="en-GB" b="0" i="0" dirty="0">
              <a:solidFill>
                <a:srgbClr val="242424"/>
              </a:solidFill>
              <a:effectLst/>
              <a:latin typeface="-apple-system"/>
            </a:endParaRPr>
          </a:p>
          <a:p>
            <a:pPr marL="342900" lvl="1" indent="0">
              <a:buNone/>
            </a:pPr>
            <a:endParaRPr lang="en-GB" dirty="0"/>
          </a:p>
          <a:p>
            <a:r>
              <a:rPr lang="en-GB" dirty="0"/>
              <a:t>Workshop</a:t>
            </a:r>
          </a:p>
          <a:p>
            <a:pPr lvl="1"/>
            <a:r>
              <a:rPr lang="en-GB" dirty="0"/>
              <a:t>Tuesday 09:35h at Lovelace/Innovation Centre 2 (ECMM426)</a:t>
            </a:r>
          </a:p>
          <a:p>
            <a:pPr lvl="1"/>
            <a:r>
              <a:rPr lang="en-GB" dirty="0"/>
              <a:t>Tuesday 10:35h at Lovelace/Innovation Centre 2 (COM3024)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38917-D235-F440-A772-780D5B26D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(</a:t>
            </a:r>
            <a:fld id="{E31470B6-6436-4762-8E56-FBA86F91B0AB}" type="slidenum">
              <a:rPr lang="en-GB" smtClean="0"/>
              <a:pPr/>
              <a:t>5</a:t>
            </a:fld>
            <a:r>
              <a:rPr lang="en-GB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1260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218A8-0F21-264D-AC61-A4C7804A2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Workshops on Google </a:t>
            </a:r>
            <a:r>
              <a:rPr lang="en-GB" dirty="0" err="1"/>
              <a:t>Colab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E0578-9375-0146-B8CD-66A154A70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Workshops</a:t>
            </a:r>
          </a:p>
          <a:p>
            <a:pPr lvl="1"/>
            <a:r>
              <a:rPr lang="en-GB" dirty="0" err="1"/>
              <a:t>Jupyter</a:t>
            </a:r>
            <a:r>
              <a:rPr lang="en-GB" dirty="0"/>
              <a:t> Notebooks</a:t>
            </a:r>
          </a:p>
          <a:p>
            <a:pPr lvl="2"/>
            <a:r>
              <a:rPr lang="en-GB" dirty="0"/>
              <a:t>Download the .</a:t>
            </a:r>
            <a:r>
              <a:rPr lang="en-GB" dirty="0" err="1"/>
              <a:t>ipynb</a:t>
            </a:r>
            <a:r>
              <a:rPr lang="en-GB" dirty="0"/>
              <a:t> file from ELE</a:t>
            </a:r>
          </a:p>
          <a:p>
            <a:pPr lvl="2"/>
            <a:r>
              <a:rPr lang="en-GB" dirty="0"/>
              <a:t>Upload it to your Google drive</a:t>
            </a:r>
          </a:p>
          <a:p>
            <a:pPr lvl="2"/>
            <a:r>
              <a:rPr lang="en-GB" dirty="0"/>
              <a:t>Open it with Google </a:t>
            </a:r>
            <a:r>
              <a:rPr lang="en-GB" dirty="0" err="1"/>
              <a:t>Colab</a:t>
            </a:r>
            <a:endParaRPr lang="en-GB" dirty="0"/>
          </a:p>
          <a:p>
            <a:pPr lvl="1"/>
            <a:r>
              <a:rPr lang="en-GB" dirty="0"/>
              <a:t>Programming Exercises</a:t>
            </a:r>
          </a:p>
          <a:p>
            <a:pPr lvl="2"/>
            <a:r>
              <a:rPr lang="en-GB" dirty="0"/>
              <a:t>Download from ELE</a:t>
            </a:r>
          </a:p>
          <a:p>
            <a:pPr lvl="2"/>
            <a:r>
              <a:rPr lang="en-GB" dirty="0"/>
              <a:t>Formative assessment</a:t>
            </a:r>
          </a:p>
          <a:p>
            <a:pPr lvl="2"/>
            <a:r>
              <a:rPr lang="en-GB" dirty="0"/>
              <a:t>Oral feedback</a:t>
            </a:r>
          </a:p>
          <a:p>
            <a:pPr lvl="2"/>
            <a:r>
              <a:rPr lang="en-GB" dirty="0"/>
              <a:t>No model answers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AEEF4-C7E3-584B-B669-DC29A2DB2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(</a:t>
            </a:r>
            <a:fld id="{E31470B6-6436-4762-8E56-FBA86F91B0AB}" type="slidenum">
              <a:rPr lang="en-GB" smtClean="0"/>
              <a:pPr/>
              <a:t>6</a:t>
            </a:fld>
            <a:r>
              <a:rPr lang="en-GB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734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218A8-0F21-264D-AC61-A4C7804A2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Google </a:t>
            </a:r>
            <a:r>
              <a:rPr lang="en-GB" dirty="0" err="1"/>
              <a:t>Colab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AEEF4-C7E3-584B-B669-DC29A2DB2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(</a:t>
            </a:r>
            <a:fld id="{E31470B6-6436-4762-8E56-FBA86F91B0AB}" type="slidenum">
              <a:rPr lang="en-GB" smtClean="0"/>
              <a:pPr/>
              <a:t>7</a:t>
            </a:fld>
            <a:r>
              <a:rPr lang="en-GB"/>
              <a:t>)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346E4-1B5C-4F46-B306-E07EC59C9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60" y="657922"/>
            <a:ext cx="7395938" cy="419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658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19EF6-C0AB-1D44-8FC9-E12643D5D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Assessments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CCD4D-5BA8-364D-9EDB-AE2693621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Quiz (30% weightage)</a:t>
            </a:r>
          </a:p>
          <a:p>
            <a:pPr lvl="1"/>
            <a:r>
              <a:rPr lang="en-GB" dirty="0"/>
              <a:t>Questions from lectures material</a:t>
            </a:r>
          </a:p>
          <a:p>
            <a:pPr lvl="1"/>
            <a:r>
              <a:rPr lang="en-GB" dirty="0"/>
              <a:t>Number of questions: TBC</a:t>
            </a:r>
          </a:p>
          <a:p>
            <a:pPr lvl="1"/>
            <a:r>
              <a:rPr lang="en-GB" dirty="0"/>
              <a:t>Duration: TBC</a:t>
            </a:r>
          </a:p>
          <a:p>
            <a:pPr lvl="1"/>
            <a:r>
              <a:rPr lang="en-GB" dirty="0"/>
              <a:t>Date: TBC</a:t>
            </a:r>
          </a:p>
          <a:p>
            <a:r>
              <a:rPr lang="en-GB" dirty="0"/>
              <a:t>Coursework (70% weightage)</a:t>
            </a:r>
          </a:p>
          <a:p>
            <a:pPr lvl="1"/>
            <a:r>
              <a:rPr lang="en-GB" dirty="0"/>
              <a:t>Programming exercises covered during the workshops</a:t>
            </a:r>
          </a:p>
          <a:p>
            <a:pPr lvl="1"/>
            <a:r>
              <a:rPr lang="en-GB" dirty="0"/>
              <a:t>Availability: Now</a:t>
            </a:r>
          </a:p>
          <a:p>
            <a:pPr lvl="1"/>
            <a:r>
              <a:rPr lang="en-GB" dirty="0"/>
              <a:t>Deadline</a:t>
            </a:r>
            <a:r>
              <a:rPr lang="en-GB"/>
              <a:t>: 4 March 2026 (COM3024) &amp; 25 February 2026 (ECMM426)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9164E-EFE2-DB40-8B25-0E535F259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(</a:t>
            </a:r>
            <a:fld id="{E31470B6-6436-4762-8E56-FBA86F91B0AB}" type="slidenum">
              <a:rPr lang="en-GB" smtClean="0"/>
              <a:pPr/>
              <a:t>8</a:t>
            </a:fld>
            <a:r>
              <a:rPr lang="en-GB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2501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79955F1-BAFD-1F4C-BA1C-88CC03310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GB" dirty="0"/>
              <a:t>Questions?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45C611-B13F-C04F-98CF-332647DA1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DBB54-03B7-194F-80EA-F9439629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(</a:t>
            </a:r>
            <a:fld id="{E31470B6-6436-4762-8E56-FBA86F91B0AB}" type="slidenum">
              <a:rPr lang="en-GB" smtClean="0"/>
              <a:pPr/>
              <a:t>9</a:t>
            </a:fld>
            <a:r>
              <a:rPr lang="en-GB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6126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18101</TotalTime>
  <Words>368</Words>
  <Application>Microsoft Macintosh PowerPoint</Application>
  <PresentationFormat>On-screen Show (16:9)</PresentationFormat>
  <Paragraphs>82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-apple-system</vt:lpstr>
      <vt:lpstr>Arial</vt:lpstr>
      <vt:lpstr>Calibri</vt:lpstr>
      <vt:lpstr>Calibri Light</vt:lpstr>
      <vt:lpstr>Gill Sans MT</vt:lpstr>
      <vt:lpstr>Office Theme</vt:lpstr>
      <vt:lpstr>Welcome COM3024 &amp; ECMM426: Computer Vision</vt:lpstr>
      <vt:lpstr>Staff</vt:lpstr>
      <vt:lpstr>Topics</vt:lpstr>
      <vt:lpstr>Books</vt:lpstr>
      <vt:lpstr>Organisation</vt:lpstr>
      <vt:lpstr>Workshops on Google Colab</vt:lpstr>
      <vt:lpstr>Google Colab</vt:lpstr>
      <vt:lpstr>Assessments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troussos</dc:creator>
  <cp:lastModifiedBy>Rowlands, Sareh</cp:lastModifiedBy>
  <cp:revision>220</cp:revision>
  <dcterms:created xsi:type="dcterms:W3CDTF">2017-12-21T17:32:46Z</dcterms:created>
  <dcterms:modified xsi:type="dcterms:W3CDTF">2026-01-08T10:09:08Z</dcterms:modified>
</cp:coreProperties>
</file>